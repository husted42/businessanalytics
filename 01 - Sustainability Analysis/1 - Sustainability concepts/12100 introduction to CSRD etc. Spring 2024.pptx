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5"/>
  </p:sldMasterIdLst>
  <p:notesMasterIdLst>
    <p:notesMasterId r:id="rId23"/>
  </p:notesMasterIdLst>
  <p:handoutMasterIdLst>
    <p:handoutMasterId r:id="rId24"/>
  </p:handoutMasterIdLst>
  <p:sldIdLst>
    <p:sldId id="261" r:id="rId6"/>
    <p:sldId id="306" r:id="rId7"/>
    <p:sldId id="301" r:id="rId8"/>
    <p:sldId id="307" r:id="rId9"/>
    <p:sldId id="315" r:id="rId10"/>
    <p:sldId id="317" r:id="rId11"/>
    <p:sldId id="320" r:id="rId12"/>
    <p:sldId id="308" r:id="rId13"/>
    <p:sldId id="309" r:id="rId14"/>
    <p:sldId id="310" r:id="rId15"/>
    <p:sldId id="311" r:id="rId16"/>
    <p:sldId id="312" r:id="rId17"/>
    <p:sldId id="302" r:id="rId18"/>
    <p:sldId id="314" r:id="rId19"/>
    <p:sldId id="313" r:id="rId20"/>
    <p:sldId id="303" r:id="rId21"/>
    <p:sldId id="321" r:id="rId22"/>
  </p:sldIdLst>
  <p:sldSz cx="12190413" cy="6858000"/>
  <p:notesSz cx="6858000" cy="9144000"/>
  <p:custDataLst>
    <p:tags r:id="rId25"/>
  </p:custDataLst>
  <p:defaultTextStyle>
    <a:defPPr>
      <a:defRPr lang="da-DK"/>
    </a:defPPr>
    <a:lvl1pPr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1pPr>
    <a:lvl2pPr marL="4572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2pPr>
    <a:lvl3pPr marL="9144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3pPr>
    <a:lvl4pPr marL="13716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4pPr>
    <a:lvl5pPr marL="18288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5pPr>
    <a:lvl6pPr marL="2286000" algn="l" defTabSz="914400" rtl="0" eaLnBrk="1" latinLnBrk="0" hangingPunct="1">
      <a:defRPr sz="1600" kern="1200">
        <a:solidFill>
          <a:schemeClr val="tx1"/>
        </a:solidFill>
        <a:latin typeface="Verdana" pitchFamily="34" charset="0"/>
        <a:ea typeface="ＭＳ Ｐゴシック" pitchFamily="-80" charset="-128"/>
        <a:cs typeface="+mn-cs"/>
      </a:defRPr>
    </a:lvl6pPr>
    <a:lvl7pPr marL="2743200" algn="l" defTabSz="914400" rtl="0" eaLnBrk="1" latinLnBrk="0" hangingPunct="1">
      <a:defRPr sz="1600" kern="1200">
        <a:solidFill>
          <a:schemeClr val="tx1"/>
        </a:solidFill>
        <a:latin typeface="Verdana" pitchFamily="34" charset="0"/>
        <a:ea typeface="ＭＳ Ｐゴシック" pitchFamily="-80" charset="-128"/>
        <a:cs typeface="+mn-cs"/>
      </a:defRPr>
    </a:lvl7pPr>
    <a:lvl8pPr marL="3200400" algn="l" defTabSz="914400" rtl="0" eaLnBrk="1" latinLnBrk="0" hangingPunct="1">
      <a:defRPr sz="1600" kern="1200">
        <a:solidFill>
          <a:schemeClr val="tx1"/>
        </a:solidFill>
        <a:latin typeface="Verdana" pitchFamily="34" charset="0"/>
        <a:ea typeface="ＭＳ Ｐゴシック" pitchFamily="-80" charset="-128"/>
        <a:cs typeface="+mn-cs"/>
      </a:defRPr>
    </a:lvl8pPr>
    <a:lvl9pPr marL="3657600" algn="l" defTabSz="914400" rtl="0" eaLnBrk="1" latinLnBrk="0" hangingPunct="1">
      <a:defRPr sz="1600" kern="1200">
        <a:solidFill>
          <a:schemeClr val="tx1"/>
        </a:solidFill>
        <a:latin typeface="Verdana" pitchFamily="34" charset="0"/>
        <a:ea typeface="ＭＳ Ｐゴシック" pitchFamily="-80"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990000"/>
    <a:srgbClr val="000000"/>
    <a:srgbClr val="FFCC00"/>
    <a:srgbClr val="FF6600"/>
    <a:srgbClr val="FF0000"/>
    <a:srgbClr val="FF0099"/>
    <a:srgbClr val="CC3399"/>
    <a:srgbClr val="660066"/>
    <a:srgbClr val="66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A00EF1-C86D-4FB7-844F-DB2EE49EC1C6}" v="5" dt="2023-08-29T06:12:55.614"/>
    <p1510:client id="{79A0CFE1-8775-4878-B175-203790183BBD}" v="1" vWet="3" dt="2023-08-29T06:12:49.4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91"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gs" Target="tags/tag1.xml"/><Relationship Id="rId59"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spcBef>
                <a:spcPct val="0"/>
              </a:spcBef>
              <a:defRPr sz="1200"/>
            </a:lvl1pPr>
          </a:lstStyle>
          <a:p>
            <a:endParaRPr lang="da-DK">
              <a:latin typeface="Arial" panose="020B0604020202020204" pitchFamily="34" charset="0"/>
            </a:endParaRPr>
          </a:p>
        </p:txBody>
      </p:sp>
      <p:sp>
        <p:nvSpPr>
          <p:cNvPr id="6349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vl1pPr>
          </a:lstStyle>
          <a:p>
            <a:endParaRPr lang="da-DK">
              <a:latin typeface="Arial" panose="020B0604020202020204" pitchFamily="34" charset="0"/>
            </a:endParaRPr>
          </a:p>
        </p:txBody>
      </p:sp>
      <p:sp>
        <p:nvSpPr>
          <p:cNvPr id="6349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spcBef>
                <a:spcPct val="0"/>
              </a:spcBef>
              <a:defRPr sz="1200"/>
            </a:lvl1pPr>
          </a:lstStyle>
          <a:p>
            <a:endParaRPr lang="da-DK">
              <a:latin typeface="Arial" panose="020B0604020202020204" pitchFamily="34" charset="0"/>
            </a:endParaRPr>
          </a:p>
        </p:txBody>
      </p:sp>
      <p:sp>
        <p:nvSpPr>
          <p:cNvPr id="6349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vl1pPr>
          </a:lstStyle>
          <a:p>
            <a:fld id="{491ECFBD-4A0D-4BCF-98A8-E205F44719BF}" type="slidenum">
              <a:rPr lang="da-DK" smtClean="0">
                <a:latin typeface="Arial" panose="020B0604020202020204" pitchFamily="34" charset="0"/>
              </a:rPr>
              <a:pPr/>
              <a:t>‹#›</a:t>
            </a:fld>
            <a:endParaRPr lang="da-DK">
              <a:latin typeface="Arial" panose="020B0604020202020204" pitchFamily="34" charset="0"/>
            </a:endParaRPr>
          </a:p>
        </p:txBody>
      </p:sp>
    </p:spTree>
    <p:extLst>
      <p:ext uri="{BB962C8B-B14F-4D97-AF65-F5344CB8AC3E}">
        <p14:creationId xmlns:p14="http://schemas.microsoft.com/office/powerpoint/2010/main" val="13728099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da-DK"/>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atin typeface="Arial" panose="020B0604020202020204" pitchFamily="34" charset="0"/>
              </a:defRPr>
            </a:lvl1pPr>
          </a:lstStyle>
          <a:p>
            <a:endParaRPr lang="da-DK"/>
          </a:p>
        </p:txBody>
      </p:sp>
      <p:sp>
        <p:nvSpPr>
          <p:cNvPr id="3076"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a-DK" err="1"/>
              <a:t>Click</a:t>
            </a:r>
            <a:r>
              <a:rPr lang="da-DK"/>
              <a:t> to </a:t>
            </a:r>
            <a:r>
              <a:rPr lang="da-DK" err="1"/>
              <a:t>edit</a:t>
            </a:r>
            <a:r>
              <a:rPr lang="da-DK"/>
              <a:t> Master </a:t>
            </a:r>
            <a:r>
              <a:rPr lang="da-DK" err="1"/>
              <a:t>text</a:t>
            </a:r>
            <a:r>
              <a:rPr lang="da-DK"/>
              <a:t> </a:t>
            </a:r>
            <a:r>
              <a:rPr lang="da-DK" err="1"/>
              <a:t>styles</a:t>
            </a:r>
            <a:endParaRPr lang="da-DK"/>
          </a:p>
          <a:p>
            <a:pPr lvl="1"/>
            <a:r>
              <a:rPr lang="da-DK"/>
              <a:t>Second </a:t>
            </a:r>
            <a:r>
              <a:rPr lang="da-DK" err="1"/>
              <a:t>level</a:t>
            </a:r>
            <a:endParaRPr lang="da-DK"/>
          </a:p>
          <a:p>
            <a:pPr lvl="2"/>
            <a:r>
              <a:rPr lang="da-DK"/>
              <a:t>Third </a:t>
            </a:r>
            <a:r>
              <a:rPr lang="da-DK" err="1"/>
              <a:t>level</a:t>
            </a:r>
            <a:endParaRPr lang="da-DK"/>
          </a:p>
          <a:p>
            <a:pPr lvl="3"/>
            <a:r>
              <a:rPr lang="da-DK" err="1"/>
              <a:t>Fourth</a:t>
            </a:r>
            <a:r>
              <a:rPr lang="da-DK"/>
              <a:t> </a:t>
            </a:r>
            <a:r>
              <a:rPr lang="da-DK" err="1"/>
              <a:t>level</a:t>
            </a:r>
            <a:endParaRPr lang="da-DK"/>
          </a:p>
          <a:p>
            <a:pPr lvl="4"/>
            <a:r>
              <a:rPr lang="da-DK"/>
              <a:t>Fifth </a:t>
            </a:r>
            <a:r>
              <a:rPr lang="da-DK" err="1"/>
              <a:t>level</a:t>
            </a:r>
            <a:endParaRPr lang="da-DK"/>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da-DK"/>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atin typeface="Arial" panose="020B0604020202020204" pitchFamily="34" charset="0"/>
              </a:defRPr>
            </a:lvl1pPr>
          </a:lstStyle>
          <a:p>
            <a:fld id="{C734BB09-483B-4C4B-A5A4-C02A22055B01}" type="slidenum">
              <a:rPr lang="da-DK" smtClean="0"/>
              <a:pPr/>
              <a:t>‹#›</a:t>
            </a:fld>
            <a:endParaRPr lang="da-DK"/>
          </a:p>
        </p:txBody>
      </p:sp>
    </p:spTree>
    <p:extLst>
      <p:ext uri="{BB962C8B-B14F-4D97-AF65-F5344CB8AC3E}">
        <p14:creationId xmlns:p14="http://schemas.microsoft.com/office/powerpoint/2010/main" val="127783607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10"/>
          </p:nvPr>
        </p:nvSpPr>
        <p:spPr/>
        <p:txBody>
          <a:bodyPr/>
          <a:lstStyle/>
          <a:p>
            <a:fld id="{C734BB09-483B-4C4B-A5A4-C02A22055B01}" type="slidenum">
              <a:rPr lang="da-DK" smtClean="0"/>
              <a:pPr/>
              <a:t>12</a:t>
            </a:fld>
            <a:endParaRPr lang="da-DK"/>
          </a:p>
        </p:txBody>
      </p:sp>
    </p:spTree>
    <p:extLst>
      <p:ext uri="{BB962C8B-B14F-4D97-AF65-F5344CB8AC3E}">
        <p14:creationId xmlns:p14="http://schemas.microsoft.com/office/powerpoint/2010/main" val="6140813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A">
    <p:bg>
      <p:bgPr>
        <a:solidFill>
          <a:schemeClr val="accent1"/>
        </a:solidFill>
        <a:effectLst/>
      </p:bgPr>
    </p:bg>
    <p:spTree>
      <p:nvGrpSpPr>
        <p:cNvPr id="1" name=""/>
        <p:cNvGrpSpPr/>
        <p:nvPr/>
      </p:nvGrpSpPr>
      <p:grpSpPr>
        <a:xfrm>
          <a:off x="0" y="0"/>
          <a:ext cx="0" cy="0"/>
          <a:chOff x="0" y="0"/>
          <a:chExt cx="0" cy="0"/>
        </a:xfrm>
      </p:grpSpPr>
      <p:sp>
        <p:nvSpPr>
          <p:cNvPr id="2" name="Background"/>
          <p:cNvSpPr/>
          <p:nvPr userDrawn="1"/>
        </p:nvSpPr>
        <p:spPr bwMode="auto">
          <a:xfrm>
            <a:off x="0" y="0"/>
            <a:ext cx="0" cy="0"/>
          </a:xfrm>
          <a:prstGeom prst="rect">
            <a:avLst/>
          </a:prstGeom>
          <a:solidFill>
            <a:srgbClr val="990000"/>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a:ln>
                <a:noFill/>
              </a:ln>
              <a:solidFill>
                <a:schemeClr val="tx1"/>
              </a:solidFill>
              <a:effectLst/>
              <a:latin typeface="Arial" panose="020B0604020202020204" pitchFamily="34" charset="0"/>
              <a:ea typeface="ＭＳ Ｐゴシック" pitchFamily="-80" charset="-128"/>
            </a:endParaRPr>
          </a:p>
        </p:txBody>
      </p:sp>
      <p:sp>
        <p:nvSpPr>
          <p:cNvPr id="11" name="Logo white">
            <a:extLst>
              <a:ext uri="{FF2B5EF4-FFF2-40B4-BE49-F238E27FC236}">
                <a16:creationId xmlns:a16="http://schemas.microsoft.com/office/drawing/2014/main" id="{275A6477-FE3A-4D40-B1FE-E46C11E344A5}"/>
              </a:ext>
            </a:extLst>
          </p:cNvPr>
          <p:cNvSpPr>
            <a:spLocks noChangeAspect="1"/>
          </p:cNvSpPr>
          <p:nvPr userDrawn="1">
            <p:custDataLst>
              <p:tags r:id="rId1"/>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a:p>
        </p:txBody>
      </p:sp>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bg1"/>
                </a:solidFill>
              </a:defRPr>
            </a:lvl1pPr>
          </a:lstStyle>
          <a:p>
            <a:pPr lvl="0"/>
            <a:r>
              <a:rPr lang="en-US" noProof="0"/>
              <a:t>Click to edit Master title style</a:t>
            </a:r>
            <a:endParaRPr lang="en-GB" noProof="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bg1"/>
                </a:solidFill>
              </a:defRPr>
            </a:lvl1pPr>
          </a:lstStyle>
          <a:p>
            <a:pPr lvl="0"/>
            <a:r>
              <a:rPr lang="en-US" noProof="0"/>
              <a:t>Click to edit Master subtitle style</a:t>
            </a:r>
            <a:endParaRPr lang="en-GB" noProof="0"/>
          </a:p>
        </p:txBody>
      </p:sp>
      <p:sp>
        <p:nvSpPr>
          <p:cNvPr id="3" name="Footer Placeholder 2">
            <a:extLst>
              <a:ext uri="{FF2B5EF4-FFF2-40B4-BE49-F238E27FC236}">
                <a16:creationId xmlns:a16="http://schemas.microsoft.com/office/drawing/2014/main" id="{F2117C6C-7BC3-4888-BC29-FAB17565D119}"/>
              </a:ext>
            </a:extLst>
          </p:cNvPr>
          <p:cNvSpPr>
            <a:spLocks noGrp="1"/>
          </p:cNvSpPr>
          <p:nvPr>
            <p:ph type="ftr" sz="quarter" idx="16"/>
          </p:nvPr>
        </p:nvSpPr>
        <p:spPr/>
        <p:txBody>
          <a:bodyPr/>
          <a:lstStyle>
            <a:lvl1pPr>
              <a:defRPr>
                <a:noFill/>
              </a:defRPr>
            </a:lvl1pPr>
          </a:lstStyle>
          <a:p>
            <a:endParaRPr lang="en-GB"/>
          </a:p>
        </p:txBody>
      </p:sp>
      <p:sp>
        <p:nvSpPr>
          <p:cNvPr id="4" name="Slide Number Placeholder 3">
            <a:extLst>
              <a:ext uri="{FF2B5EF4-FFF2-40B4-BE49-F238E27FC236}">
                <a16:creationId xmlns:a16="http://schemas.microsoft.com/office/drawing/2014/main" id="{E77E4668-D07F-4B96-9755-175402734855}"/>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a:p>
        </p:txBody>
      </p:sp>
    </p:spTree>
    <p:extLst>
      <p:ext uri="{BB962C8B-B14F-4D97-AF65-F5344CB8AC3E}">
        <p14:creationId xmlns:p14="http://schemas.microsoft.com/office/powerpoint/2010/main" val="32272145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B">
    <p:bg>
      <p:bgRef idx="1001">
        <a:schemeClr val="bg1"/>
      </p:bgRef>
    </p:bg>
    <p:spTree>
      <p:nvGrpSpPr>
        <p:cNvPr id="1" name=""/>
        <p:cNvGrpSpPr/>
        <p:nvPr/>
      </p:nvGrpSpPr>
      <p:grpSpPr>
        <a:xfrm>
          <a:off x="0" y="0"/>
          <a:ext cx="0" cy="0"/>
          <a:chOff x="0" y="0"/>
          <a:chExt cx="0" cy="0"/>
        </a:xfrm>
      </p:grpSpPr>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tx1"/>
                </a:solidFill>
              </a:defRPr>
            </a:lvl1pPr>
          </a:lstStyle>
          <a:p>
            <a:pPr lvl="0"/>
            <a:r>
              <a:rPr lang="en-US" noProof="0"/>
              <a:t>Click to edit Master title style</a:t>
            </a:r>
            <a:endParaRPr lang="en-GB" noProof="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tx1"/>
                </a:solidFill>
              </a:defRPr>
            </a:lvl1pPr>
          </a:lstStyle>
          <a:p>
            <a:pPr lvl="0"/>
            <a:r>
              <a:rPr lang="en-US" noProof="0"/>
              <a:t>Click to edit Master subtitle style</a:t>
            </a:r>
            <a:endParaRPr lang="en-GB" noProof="0"/>
          </a:p>
        </p:txBody>
      </p:sp>
      <p:sp>
        <p:nvSpPr>
          <p:cNvPr id="3" name="Footer Placeholder 2">
            <a:extLst>
              <a:ext uri="{FF2B5EF4-FFF2-40B4-BE49-F238E27FC236}">
                <a16:creationId xmlns:a16="http://schemas.microsoft.com/office/drawing/2014/main" id="{71346B4F-F02C-40EC-9B70-932B18214C6A}"/>
              </a:ext>
            </a:extLst>
          </p:cNvPr>
          <p:cNvSpPr>
            <a:spLocks noGrp="1"/>
          </p:cNvSpPr>
          <p:nvPr>
            <p:ph type="ftr" sz="quarter" idx="16"/>
          </p:nvPr>
        </p:nvSpPr>
        <p:spPr/>
        <p:txBody>
          <a:bodyPr/>
          <a:lstStyle/>
          <a:p>
            <a:endParaRPr lang="en-GB"/>
          </a:p>
        </p:txBody>
      </p:sp>
      <p:sp>
        <p:nvSpPr>
          <p:cNvPr id="4" name="Slide Number Placeholder 3">
            <a:extLst>
              <a:ext uri="{FF2B5EF4-FFF2-40B4-BE49-F238E27FC236}">
                <a16:creationId xmlns:a16="http://schemas.microsoft.com/office/drawing/2014/main" id="{FE67EB69-BB5A-407E-BF0A-1CB9B24506D8}"/>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a:p>
        </p:txBody>
      </p:sp>
    </p:spTree>
    <p:extLst>
      <p:ext uri="{BB962C8B-B14F-4D97-AF65-F5344CB8AC3E}">
        <p14:creationId xmlns:p14="http://schemas.microsoft.com/office/powerpoint/2010/main" val="122591931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8A0E3C-0CE1-4BBF-A912-5A81BF3B7BCA}"/>
              </a:ext>
            </a:extLst>
          </p:cNvPr>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Footer Placeholder 1">
            <a:extLst>
              <a:ext uri="{FF2B5EF4-FFF2-40B4-BE49-F238E27FC236}">
                <a16:creationId xmlns:a16="http://schemas.microsoft.com/office/drawing/2014/main" id="{1FCA8860-CDAD-4F91-9292-2B11655C191E}"/>
              </a:ext>
            </a:extLst>
          </p:cNvPr>
          <p:cNvSpPr>
            <a:spLocks noGrp="1"/>
          </p:cNvSpPr>
          <p:nvPr>
            <p:ph type="ftr" sz="quarter" idx="10"/>
          </p:nvPr>
        </p:nvSpPr>
        <p:spPr/>
        <p:txBody>
          <a:bodyPr/>
          <a:lstStyle/>
          <a:p>
            <a:endParaRPr lang="en-GB"/>
          </a:p>
        </p:txBody>
      </p:sp>
      <p:sp>
        <p:nvSpPr>
          <p:cNvPr id="6" name="Slide Number Placeholder 5">
            <a:extLst>
              <a:ext uri="{FF2B5EF4-FFF2-40B4-BE49-F238E27FC236}">
                <a16:creationId xmlns:a16="http://schemas.microsoft.com/office/drawing/2014/main" id="{88C7A21B-9B48-4777-BF0D-9FB95719C2E7}"/>
              </a:ext>
            </a:extLst>
          </p:cNvPr>
          <p:cNvSpPr>
            <a:spLocks noGrp="1"/>
          </p:cNvSpPr>
          <p:nvPr>
            <p:ph type="sldNum" sz="quarter" idx="11"/>
          </p:nvPr>
        </p:nvSpPr>
        <p:spPr/>
        <p:txBody>
          <a:bodyPr/>
          <a:lstStyle/>
          <a:p>
            <a:fld id="{103EA872-A674-449B-A120-B97244F8E91D}" type="slidenum">
              <a:rPr lang="en-GB" smtClean="0"/>
              <a:pPr/>
              <a:t>‹#›</a:t>
            </a:fld>
            <a:endParaRPr lang="en-GB"/>
          </a:p>
        </p:txBody>
      </p:sp>
    </p:spTree>
    <p:extLst>
      <p:ext uri="{BB962C8B-B14F-4D97-AF65-F5344CB8AC3E}">
        <p14:creationId xmlns:p14="http://schemas.microsoft.com/office/powerpoint/2010/main" val="1187774059"/>
      </p:ext>
    </p:extLst>
  </p:cSld>
  <p:clrMapOvr>
    <a:masterClrMapping/>
  </p:clrMapOvr>
  <p:extLst>
    <p:ext uri="{DCECCB84-F9BA-43D5-87BE-67443E8EF086}">
      <p15:sldGuideLst xmlns:p15="http://schemas.microsoft.com/office/powerpoint/2012/main">
        <p15:guide id="1" pos="6984" userDrawn="1">
          <p15:clr>
            <a:srgbClr val="F26B43"/>
          </p15:clr>
        </p15:guide>
        <p15:guide id="2" pos="1117" userDrawn="1">
          <p15:clr>
            <a:srgbClr val="F26B43"/>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EB1D5E1-0C4E-4A74-BE37-26307F7E2821}"/>
              </a:ext>
            </a:extLst>
          </p:cNvPr>
          <p:cNvSpPr>
            <a:spLocks noGrp="1"/>
          </p:cNvSpPr>
          <p:nvPr>
            <p:ph type="title"/>
          </p:nvPr>
        </p:nvSpPr>
        <p:spPr>
          <a:xfrm>
            <a:off x="1774726" y="426127"/>
            <a:ext cx="9312374" cy="972716"/>
          </a:xfrm>
        </p:spPr>
        <p:txBody>
          <a:bodyPr/>
          <a:lstStyle/>
          <a:p>
            <a:r>
              <a:rPr lang="en-US"/>
              <a:t>Click to edit Master title style</a:t>
            </a:r>
            <a:endParaRPr lang="en-GB"/>
          </a:p>
        </p:txBody>
      </p:sp>
      <p:sp>
        <p:nvSpPr>
          <p:cNvPr id="3" name="Content Placeholder 2"/>
          <p:cNvSpPr>
            <a:spLocks noGrp="1"/>
          </p:cNvSpPr>
          <p:nvPr>
            <p:ph sz="half" idx="1"/>
          </p:nvPr>
        </p:nvSpPr>
        <p:spPr>
          <a:xfrm>
            <a:off x="1774800" y="1706399"/>
            <a:ext cx="4410177"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678001" y="1706399"/>
            <a:ext cx="4409100"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a:extLst>
              <a:ext uri="{FF2B5EF4-FFF2-40B4-BE49-F238E27FC236}">
                <a16:creationId xmlns:a16="http://schemas.microsoft.com/office/drawing/2014/main" id="{02499420-B0E8-4C8A-8C00-E21262271ADD}"/>
              </a:ext>
            </a:extLst>
          </p:cNvPr>
          <p:cNvSpPr>
            <a:spLocks noGrp="1"/>
          </p:cNvSpPr>
          <p:nvPr>
            <p:ph type="ftr" sz="quarter" idx="10"/>
          </p:nvPr>
        </p:nvSpPr>
        <p:spPr/>
        <p:txBody>
          <a:bodyPr/>
          <a:lstStyle/>
          <a:p>
            <a:endParaRPr lang="en-GB"/>
          </a:p>
        </p:txBody>
      </p:sp>
      <p:sp>
        <p:nvSpPr>
          <p:cNvPr id="8" name="Slide Number Placeholder 7">
            <a:extLst>
              <a:ext uri="{FF2B5EF4-FFF2-40B4-BE49-F238E27FC236}">
                <a16:creationId xmlns:a16="http://schemas.microsoft.com/office/drawing/2014/main" id="{E3EE7F0E-E606-41AC-BBBF-B5AECB1112EB}"/>
              </a:ext>
            </a:extLst>
          </p:cNvPr>
          <p:cNvSpPr>
            <a:spLocks noGrp="1"/>
          </p:cNvSpPr>
          <p:nvPr>
            <p:ph type="sldNum" sz="quarter" idx="11"/>
          </p:nvPr>
        </p:nvSpPr>
        <p:spPr/>
        <p:txBody>
          <a:bodyPr/>
          <a:lstStyle/>
          <a:p>
            <a:fld id="{103EA872-A674-449B-A120-B97244F8E91D}" type="slidenum">
              <a:rPr lang="en-GB" smtClean="0"/>
              <a:pPr/>
              <a:t>‹#›</a:t>
            </a:fld>
            <a:endParaRPr lang="en-GB"/>
          </a:p>
        </p:txBody>
      </p:sp>
    </p:spTree>
    <p:extLst>
      <p:ext uri="{BB962C8B-B14F-4D97-AF65-F5344CB8AC3E}">
        <p14:creationId xmlns:p14="http://schemas.microsoft.com/office/powerpoint/2010/main" val="1131213533"/>
      </p:ext>
    </p:extLst>
  </p:cSld>
  <p:clrMapOvr>
    <a:masterClrMapping/>
  </p:clrMapOvr>
  <p:extLst>
    <p:ext uri="{DCECCB84-F9BA-43D5-87BE-67443E8EF086}">
      <p15:sldGuideLst xmlns:p15="http://schemas.microsoft.com/office/powerpoint/2012/main">
        <p15:guide id="1" pos="1118">
          <p15:clr>
            <a:srgbClr val="F26B43"/>
          </p15:clr>
        </p15:guide>
        <p15:guide id="2" pos="3896">
          <p15:clr>
            <a:srgbClr val="F26B43"/>
          </p15:clr>
        </p15:guide>
        <p15:guide id="3" pos="4205">
          <p15:clr>
            <a:srgbClr val="F26B43"/>
          </p15:clr>
        </p15:guide>
        <p15:guide id="4" pos="6984">
          <p15:clr>
            <a:srgbClr val="F26B43"/>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and two pictures">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0A2595F-A737-4D92-946C-EC0BBF885334}"/>
              </a:ext>
            </a:extLst>
          </p:cNvPr>
          <p:cNvSpPr>
            <a:spLocks noGrp="1"/>
          </p:cNvSpPr>
          <p:nvPr>
            <p:ph type="title"/>
          </p:nvPr>
        </p:nvSpPr>
        <p:spPr>
          <a:xfrm>
            <a:off x="1774726" y="426127"/>
            <a:ext cx="6048672" cy="972716"/>
          </a:xfrm>
        </p:spPr>
        <p:txBody>
          <a:bodyPr/>
          <a:lstStyle/>
          <a:p>
            <a:r>
              <a:rPr lang="en-US"/>
              <a:t>Click to edit Master title style</a:t>
            </a:r>
            <a:endParaRPr lang="en-GB"/>
          </a:p>
        </p:txBody>
      </p:sp>
      <p:sp>
        <p:nvSpPr>
          <p:cNvPr id="3" name="Content Placeholder 2"/>
          <p:cNvSpPr>
            <a:spLocks noGrp="1"/>
          </p:cNvSpPr>
          <p:nvPr>
            <p:ph idx="1"/>
          </p:nvPr>
        </p:nvSpPr>
        <p:spPr>
          <a:xfrm>
            <a:off x="1774726" y="1706328"/>
            <a:ext cx="6048672" cy="4545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8331213" y="849734"/>
            <a:ext cx="3859200" cy="2505600"/>
          </a:xfrm>
        </p:spPr>
        <p:txBody>
          <a:bodyPr/>
          <a:lstStyle>
            <a:lvl1pPr marL="0" indent="0" algn="ctr">
              <a:buNone/>
              <a:defRPr sz="1200"/>
            </a:lvl1pPr>
          </a:lstStyle>
          <a:p>
            <a:r>
              <a:rPr lang="en-GB"/>
              <a:t>Click the placeholder and paste image via Skyfish icon</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8331213" y="3563718"/>
            <a:ext cx="3859200" cy="2505600"/>
          </a:xfrm>
        </p:spPr>
        <p:txBody>
          <a:bodyPr/>
          <a:lstStyle>
            <a:lvl1pPr marL="0" indent="0" algn="ctr">
              <a:buNone/>
              <a:defRPr sz="1200"/>
            </a:lvl1pPr>
          </a:lstStyle>
          <a:p>
            <a:r>
              <a:rPr lang="en-GB"/>
              <a:t>Click the placeholder and paste image via Skyfish icon</a:t>
            </a:r>
          </a:p>
          <a:p>
            <a:endParaRPr lang="en-GB"/>
          </a:p>
        </p:txBody>
      </p:sp>
      <p:sp>
        <p:nvSpPr>
          <p:cNvPr id="2" name="Footer Placeholder 1">
            <a:extLst>
              <a:ext uri="{FF2B5EF4-FFF2-40B4-BE49-F238E27FC236}">
                <a16:creationId xmlns:a16="http://schemas.microsoft.com/office/drawing/2014/main" id="{D2986237-C7E2-4498-82A4-361A340A6504}"/>
              </a:ext>
            </a:extLst>
          </p:cNvPr>
          <p:cNvSpPr>
            <a:spLocks noGrp="1"/>
          </p:cNvSpPr>
          <p:nvPr>
            <p:ph type="ftr" sz="quarter" idx="15"/>
          </p:nvPr>
        </p:nvSpPr>
        <p:spPr/>
        <p:txBody>
          <a:bodyPr/>
          <a:lstStyle/>
          <a:p>
            <a:endParaRPr lang="en-GB"/>
          </a:p>
        </p:txBody>
      </p:sp>
      <p:sp>
        <p:nvSpPr>
          <p:cNvPr id="6" name="Slide Number Placeholder 5">
            <a:extLst>
              <a:ext uri="{FF2B5EF4-FFF2-40B4-BE49-F238E27FC236}">
                <a16:creationId xmlns:a16="http://schemas.microsoft.com/office/drawing/2014/main" id="{21664EEF-2B63-484E-803A-4FCD66F243A5}"/>
              </a:ext>
            </a:extLst>
          </p:cNvPr>
          <p:cNvSpPr>
            <a:spLocks noGrp="1"/>
          </p:cNvSpPr>
          <p:nvPr>
            <p:ph type="sldNum" sz="quarter" idx="16"/>
          </p:nvPr>
        </p:nvSpPr>
        <p:spPr/>
        <p:txBody>
          <a:bodyPr/>
          <a:lstStyle/>
          <a:p>
            <a:fld id="{103EA872-A674-449B-A120-B97244F8E91D}" type="slidenum">
              <a:rPr lang="en-GB" smtClean="0"/>
              <a:pPr/>
              <a:t>‹#›</a:t>
            </a:fld>
            <a:endParaRPr lang="en-GB"/>
          </a:p>
        </p:txBody>
      </p:sp>
    </p:spTree>
    <p:extLst>
      <p:ext uri="{BB962C8B-B14F-4D97-AF65-F5344CB8AC3E}">
        <p14:creationId xmlns:p14="http://schemas.microsoft.com/office/powerpoint/2010/main" val="3922670733"/>
      </p:ext>
    </p:extLst>
  </p:cSld>
  <p:clrMapOvr>
    <a:masterClrMapping/>
  </p:clrMapOvr>
  <p:extLst>
    <p:ext uri="{DCECCB84-F9BA-43D5-87BE-67443E8EF086}">
      <p15:sldGuideLst xmlns:p15="http://schemas.microsoft.com/office/powerpoint/2012/main">
        <p15:guide id="1" pos="4927" userDrawn="1">
          <p15:clr>
            <a:srgbClr val="F26B43"/>
          </p15:clr>
        </p15:guide>
        <p15:guide id="2" pos="5247" userDrawn="1">
          <p15:clr>
            <a:srgbClr val="F26B43"/>
          </p15:clr>
        </p15:guide>
        <p15:guide id="3" pos="1117" userDrawn="1">
          <p15:clr>
            <a:srgbClr val="F26B43"/>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pictures and tex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92213382-11A1-48CE-B0A0-D8A7D26861FB}"/>
              </a:ext>
            </a:extLst>
          </p:cNvPr>
          <p:cNvSpPr>
            <a:spLocks noGrp="1"/>
          </p:cNvSpPr>
          <p:nvPr>
            <p:ph type="title"/>
          </p:nvPr>
        </p:nvSpPr>
        <p:spPr>
          <a:xfrm>
            <a:off x="4221360" y="426127"/>
            <a:ext cx="6865740" cy="972716"/>
          </a:xfrm>
        </p:spPr>
        <p:txBody>
          <a:bodyPr/>
          <a:lstStyle/>
          <a:p>
            <a:r>
              <a:rPr lang="en-US"/>
              <a:t>Click to edit Master title style</a:t>
            </a:r>
            <a:endParaRPr lang="en-GB"/>
          </a:p>
        </p:txBody>
      </p:sp>
      <p:sp>
        <p:nvSpPr>
          <p:cNvPr id="3" name="Content Placeholder 2"/>
          <p:cNvSpPr>
            <a:spLocks noGrp="1"/>
          </p:cNvSpPr>
          <p:nvPr>
            <p:ph idx="1"/>
          </p:nvPr>
        </p:nvSpPr>
        <p:spPr>
          <a:xfrm>
            <a:off x="4221360" y="1706328"/>
            <a:ext cx="6865740" cy="4545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1" y="1314523"/>
            <a:ext cx="3708000" cy="2455200"/>
          </a:xfrm>
        </p:spPr>
        <p:txBody>
          <a:bodyPr/>
          <a:lstStyle>
            <a:lvl1pPr marL="0" indent="0" algn="ctr">
              <a:buNone/>
              <a:defRPr sz="1200"/>
            </a:lvl1pPr>
          </a:lstStyle>
          <a:p>
            <a:r>
              <a:rPr lang="en-GB"/>
              <a:t>Click the placeholder and paste image via Skyfish icon</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1" y="3968153"/>
            <a:ext cx="3708000" cy="2455200"/>
          </a:xfrm>
        </p:spPr>
        <p:txBody>
          <a:bodyPr/>
          <a:lstStyle>
            <a:lvl1pPr marL="0" indent="0" algn="ctr">
              <a:buNone/>
              <a:defRPr sz="1200"/>
            </a:lvl1pPr>
          </a:lstStyle>
          <a:p>
            <a:r>
              <a:rPr lang="en-GB"/>
              <a:t>Click the placeholder and paste image via Skyfish icon</a:t>
            </a:r>
          </a:p>
          <a:p>
            <a:endParaRPr lang="en-GB"/>
          </a:p>
        </p:txBody>
      </p:sp>
      <p:sp>
        <p:nvSpPr>
          <p:cNvPr id="2" name="Footer Placeholder 1">
            <a:extLst>
              <a:ext uri="{FF2B5EF4-FFF2-40B4-BE49-F238E27FC236}">
                <a16:creationId xmlns:a16="http://schemas.microsoft.com/office/drawing/2014/main" id="{AE26B732-1A52-4AA9-89FC-8FC5439E40DC}"/>
              </a:ext>
            </a:extLst>
          </p:cNvPr>
          <p:cNvSpPr>
            <a:spLocks noGrp="1"/>
          </p:cNvSpPr>
          <p:nvPr>
            <p:ph type="ftr" sz="quarter" idx="15"/>
          </p:nvPr>
        </p:nvSpPr>
        <p:spPr/>
        <p:txBody>
          <a:bodyPr/>
          <a:lstStyle/>
          <a:p>
            <a:endParaRPr lang="en-GB"/>
          </a:p>
        </p:txBody>
      </p:sp>
      <p:sp>
        <p:nvSpPr>
          <p:cNvPr id="6" name="Slide Number Placeholder 5">
            <a:extLst>
              <a:ext uri="{FF2B5EF4-FFF2-40B4-BE49-F238E27FC236}">
                <a16:creationId xmlns:a16="http://schemas.microsoft.com/office/drawing/2014/main" id="{3B25D0DC-E43F-43DA-AA0F-C0C54C8939F7}"/>
              </a:ext>
            </a:extLst>
          </p:cNvPr>
          <p:cNvSpPr>
            <a:spLocks noGrp="1"/>
          </p:cNvSpPr>
          <p:nvPr>
            <p:ph type="sldNum" sz="quarter" idx="16"/>
          </p:nvPr>
        </p:nvSpPr>
        <p:spPr/>
        <p:txBody>
          <a:bodyPr/>
          <a:lstStyle/>
          <a:p>
            <a:fld id="{103EA872-A674-449B-A120-B97244F8E91D}" type="slidenum">
              <a:rPr lang="en-GB" smtClean="0"/>
              <a:pPr/>
              <a:t>‹#›</a:t>
            </a:fld>
            <a:endParaRPr lang="en-GB"/>
          </a:p>
        </p:txBody>
      </p:sp>
    </p:spTree>
    <p:extLst>
      <p:ext uri="{BB962C8B-B14F-4D97-AF65-F5344CB8AC3E}">
        <p14:creationId xmlns:p14="http://schemas.microsoft.com/office/powerpoint/2010/main" val="1283562364"/>
      </p:ext>
    </p:extLst>
  </p:cSld>
  <p:clrMapOvr>
    <a:masterClrMapping/>
  </p:clrMapOvr>
  <p:extLst>
    <p:ext uri="{DCECCB84-F9BA-43D5-87BE-67443E8EF086}">
      <p15:sldGuideLst xmlns:p15="http://schemas.microsoft.com/office/powerpoint/2012/main">
        <p15:guide id="1" pos="6984" userDrawn="1">
          <p15:clr>
            <a:srgbClr val="F26B43"/>
          </p15:clr>
        </p15:guide>
        <p15:guide id="2" pos="2660" userDrawn="1">
          <p15:clr>
            <a:srgbClr val="F26B43"/>
          </p15:clr>
        </p15:guide>
        <p15:guide id="3" pos="2335" userDrawn="1">
          <p15:clr>
            <a:srgbClr val="F26B43"/>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53C3-F3F7-4638-96F8-7CF20CB55E0C}"/>
              </a:ext>
            </a:extLst>
          </p:cNvPr>
          <p:cNvSpPr>
            <a:spLocks noGrp="1"/>
          </p:cNvSpPr>
          <p:nvPr>
            <p:ph type="title" hasCustomPrompt="1"/>
          </p:nvPr>
        </p:nvSpPr>
        <p:spPr>
          <a:xfrm>
            <a:off x="247650" y="980727"/>
            <a:ext cx="3740400" cy="418115"/>
          </a:xfrm>
        </p:spPr>
        <p:txBody>
          <a:bodyPr/>
          <a:lstStyle>
            <a:lvl1pPr>
              <a:defRPr sz="2400"/>
            </a:lvl1pPr>
          </a:lstStyle>
          <a:p>
            <a:r>
              <a:rPr lang="en-GB"/>
              <a:t>Click to add title one line</a:t>
            </a:r>
          </a:p>
        </p:txBody>
      </p:sp>
      <p:sp>
        <p:nvSpPr>
          <p:cNvPr id="15" name="Content Placeholder 2">
            <a:extLst>
              <a:ext uri="{FF2B5EF4-FFF2-40B4-BE49-F238E27FC236}">
                <a16:creationId xmlns:a16="http://schemas.microsoft.com/office/drawing/2014/main" id="{CC0DB591-4602-46B3-B1C3-1E64148AB9B7}"/>
              </a:ext>
            </a:extLst>
          </p:cNvPr>
          <p:cNvSpPr>
            <a:spLocks noGrp="1"/>
          </p:cNvSpPr>
          <p:nvPr>
            <p:ph idx="1"/>
          </p:nvPr>
        </p:nvSpPr>
        <p:spPr>
          <a:xfrm>
            <a:off x="247650" y="4407150"/>
            <a:ext cx="3740400" cy="184442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68416079-1CFC-426F-A6ED-5AB355FC545F}"/>
              </a:ext>
            </a:extLst>
          </p:cNvPr>
          <p:cNvSpPr>
            <a:spLocks noGrp="1"/>
          </p:cNvSpPr>
          <p:nvPr>
            <p:ph type="body" sz="quarter" idx="21" hasCustomPrompt="1"/>
          </p:nvPr>
        </p:nvSpPr>
        <p:spPr>
          <a:xfrm>
            <a:off x="42227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GB"/>
              <a:t>Click to add title one line</a:t>
            </a:r>
          </a:p>
        </p:txBody>
      </p:sp>
      <p:sp>
        <p:nvSpPr>
          <p:cNvPr id="21" name="Content Placeholder 20">
            <a:extLst>
              <a:ext uri="{FF2B5EF4-FFF2-40B4-BE49-F238E27FC236}">
                <a16:creationId xmlns:a16="http://schemas.microsoft.com/office/drawing/2014/main" id="{D358873C-68BF-4E89-B536-B3248F2B25FE}"/>
              </a:ext>
            </a:extLst>
          </p:cNvPr>
          <p:cNvSpPr>
            <a:spLocks noGrp="1"/>
          </p:cNvSpPr>
          <p:nvPr>
            <p:ph sz="quarter" idx="22"/>
          </p:nvPr>
        </p:nvSpPr>
        <p:spPr>
          <a:xfrm>
            <a:off x="4222750" y="4406899"/>
            <a:ext cx="3740401"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22">
            <a:extLst>
              <a:ext uri="{FF2B5EF4-FFF2-40B4-BE49-F238E27FC236}">
                <a16:creationId xmlns:a16="http://schemas.microsoft.com/office/drawing/2014/main" id="{69A0E900-1FE2-4CC1-B435-93F3A1189356}"/>
              </a:ext>
            </a:extLst>
          </p:cNvPr>
          <p:cNvSpPr>
            <a:spLocks noGrp="1"/>
          </p:cNvSpPr>
          <p:nvPr>
            <p:ph type="body" sz="quarter" idx="23" hasCustomPrompt="1"/>
          </p:nvPr>
        </p:nvSpPr>
        <p:spPr>
          <a:xfrm>
            <a:off x="81978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GB"/>
              <a:t>Click to add title one line</a:t>
            </a:r>
          </a:p>
        </p:txBody>
      </p:sp>
      <p:sp>
        <p:nvSpPr>
          <p:cNvPr id="25" name="Content Placeholder 24">
            <a:extLst>
              <a:ext uri="{FF2B5EF4-FFF2-40B4-BE49-F238E27FC236}">
                <a16:creationId xmlns:a16="http://schemas.microsoft.com/office/drawing/2014/main" id="{E094886A-F110-4851-B1DA-8DFC40D509F8}"/>
              </a:ext>
            </a:extLst>
          </p:cNvPr>
          <p:cNvSpPr>
            <a:spLocks noGrp="1"/>
          </p:cNvSpPr>
          <p:nvPr>
            <p:ph sz="quarter" idx="24"/>
          </p:nvPr>
        </p:nvSpPr>
        <p:spPr>
          <a:xfrm>
            <a:off x="8197850" y="4406899"/>
            <a:ext cx="3740400"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Picture Placeholder 8">
            <a:extLst>
              <a:ext uri="{FF2B5EF4-FFF2-40B4-BE49-F238E27FC236}">
                <a16:creationId xmlns:a16="http://schemas.microsoft.com/office/drawing/2014/main" id="{91B02311-54A6-4455-B615-BBCA0DA742E4}"/>
              </a:ext>
            </a:extLst>
          </p:cNvPr>
          <p:cNvSpPr>
            <a:spLocks noGrp="1"/>
          </p:cNvSpPr>
          <p:nvPr>
            <p:ph type="pic" sz="quarter" idx="18" hasCustomPrompt="1"/>
          </p:nvPr>
        </p:nvSpPr>
        <p:spPr>
          <a:xfrm>
            <a:off x="247650" y="1546282"/>
            <a:ext cx="3740400" cy="2664000"/>
          </a:xfrm>
        </p:spPr>
        <p:txBody>
          <a:bodyPr/>
          <a:lstStyle>
            <a:lvl1pPr marL="0" indent="0" algn="ctr">
              <a:buNone/>
              <a:defRPr sz="1200"/>
            </a:lvl1pPr>
          </a:lstStyle>
          <a:p>
            <a:r>
              <a:rPr lang="en-GB"/>
              <a:t>Click the placeholder and paste image via Skyfish icon</a:t>
            </a:r>
          </a:p>
        </p:txBody>
      </p:sp>
      <p:sp>
        <p:nvSpPr>
          <p:cNvPr id="13" name="Picture Placeholder 8">
            <a:extLst>
              <a:ext uri="{FF2B5EF4-FFF2-40B4-BE49-F238E27FC236}">
                <a16:creationId xmlns:a16="http://schemas.microsoft.com/office/drawing/2014/main" id="{710A5827-3485-49A0-81F0-FF89EE34B804}"/>
              </a:ext>
            </a:extLst>
          </p:cNvPr>
          <p:cNvSpPr>
            <a:spLocks noGrp="1"/>
          </p:cNvSpPr>
          <p:nvPr>
            <p:ph type="pic" sz="quarter" idx="19" hasCustomPrompt="1"/>
          </p:nvPr>
        </p:nvSpPr>
        <p:spPr>
          <a:xfrm>
            <a:off x="4223149" y="1548581"/>
            <a:ext cx="3740400" cy="2664000"/>
          </a:xfrm>
        </p:spPr>
        <p:txBody>
          <a:bodyPr/>
          <a:lstStyle>
            <a:lvl1pPr marL="0" indent="0" algn="ctr">
              <a:buNone/>
              <a:defRPr sz="1200"/>
            </a:lvl1pPr>
          </a:lstStyle>
          <a:p>
            <a:r>
              <a:rPr lang="en-GB"/>
              <a:t>Click the placeholder and paste image via Skyfish icon</a:t>
            </a:r>
          </a:p>
        </p:txBody>
      </p:sp>
      <p:sp>
        <p:nvSpPr>
          <p:cNvPr id="14" name="Picture Placeholder 8">
            <a:extLst>
              <a:ext uri="{FF2B5EF4-FFF2-40B4-BE49-F238E27FC236}">
                <a16:creationId xmlns:a16="http://schemas.microsoft.com/office/drawing/2014/main" id="{E27B0558-FCB8-4A55-9BA9-182DFF0387F4}"/>
              </a:ext>
            </a:extLst>
          </p:cNvPr>
          <p:cNvSpPr>
            <a:spLocks noGrp="1"/>
          </p:cNvSpPr>
          <p:nvPr>
            <p:ph type="pic" sz="quarter" idx="20" hasCustomPrompt="1"/>
          </p:nvPr>
        </p:nvSpPr>
        <p:spPr>
          <a:xfrm>
            <a:off x="8198648" y="1546282"/>
            <a:ext cx="3740400" cy="2664000"/>
          </a:xfrm>
        </p:spPr>
        <p:txBody>
          <a:bodyPr/>
          <a:lstStyle>
            <a:lvl1pPr marL="0" indent="0" algn="ctr">
              <a:buNone/>
              <a:defRPr sz="1200"/>
            </a:lvl1pPr>
          </a:lstStyle>
          <a:p>
            <a:r>
              <a:rPr lang="en-GB"/>
              <a:t>Click the placeholder and paste image via Skyfish icon</a:t>
            </a:r>
          </a:p>
        </p:txBody>
      </p:sp>
      <p:sp>
        <p:nvSpPr>
          <p:cNvPr id="3" name="Footer Placeholder 2">
            <a:extLst>
              <a:ext uri="{FF2B5EF4-FFF2-40B4-BE49-F238E27FC236}">
                <a16:creationId xmlns:a16="http://schemas.microsoft.com/office/drawing/2014/main" id="{71346B4F-F02C-40EC-9B70-932B18214C6A}"/>
              </a:ext>
            </a:extLst>
          </p:cNvPr>
          <p:cNvSpPr>
            <a:spLocks noGrp="1"/>
          </p:cNvSpPr>
          <p:nvPr>
            <p:ph type="ftr" sz="quarter" idx="16"/>
          </p:nvPr>
        </p:nvSpPr>
        <p:spPr/>
        <p:txBody>
          <a:bodyPr/>
          <a:lstStyle/>
          <a:p>
            <a:endParaRPr lang="en-GB"/>
          </a:p>
        </p:txBody>
      </p:sp>
      <p:sp>
        <p:nvSpPr>
          <p:cNvPr id="4" name="Slide Number Placeholder 3">
            <a:extLst>
              <a:ext uri="{FF2B5EF4-FFF2-40B4-BE49-F238E27FC236}">
                <a16:creationId xmlns:a16="http://schemas.microsoft.com/office/drawing/2014/main" id="{FE67EB69-BB5A-407E-BF0A-1CB9B24506D8}"/>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a:p>
        </p:txBody>
      </p:sp>
    </p:spTree>
    <p:extLst>
      <p:ext uri="{BB962C8B-B14F-4D97-AF65-F5344CB8AC3E}">
        <p14:creationId xmlns:p14="http://schemas.microsoft.com/office/powerpoint/2010/main" val="18863740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p15:clr>
            <a:srgbClr val="F26B43"/>
          </p15:clr>
        </p15:guide>
        <p15:guide id="2" pos="7522" userDrawn="1">
          <p15:clr>
            <a:srgbClr val="F26B43"/>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297DEAA-3B7B-49C7-8C28-3F21F36A93D7}"/>
              </a:ext>
            </a:extLst>
          </p:cNvPr>
          <p:cNvSpPr>
            <a:spLocks noGrp="1"/>
          </p:cNvSpPr>
          <p:nvPr>
            <p:ph type="title"/>
          </p:nvPr>
        </p:nvSpPr>
        <p:spPr/>
        <p:txBody>
          <a:bodyPr/>
          <a:lstStyle/>
          <a:p>
            <a:r>
              <a:rPr lang="en-US"/>
              <a:t>Click to edit Master title style</a:t>
            </a:r>
            <a:endParaRPr lang="en-GB"/>
          </a:p>
        </p:txBody>
      </p:sp>
      <p:sp>
        <p:nvSpPr>
          <p:cNvPr id="2" name="Footer Placeholder 1">
            <a:extLst>
              <a:ext uri="{FF2B5EF4-FFF2-40B4-BE49-F238E27FC236}">
                <a16:creationId xmlns:a16="http://schemas.microsoft.com/office/drawing/2014/main" id="{51F74546-9D06-4CF7-806D-E04B043BF5A5}"/>
              </a:ext>
            </a:extLst>
          </p:cNvPr>
          <p:cNvSpPr>
            <a:spLocks noGrp="1"/>
          </p:cNvSpPr>
          <p:nvPr>
            <p:ph type="ftr" sz="quarter" idx="10"/>
          </p:nvPr>
        </p:nvSpPr>
        <p:spPr/>
        <p:txBody>
          <a:bodyPr/>
          <a:lstStyle/>
          <a:p>
            <a:endParaRPr lang="en-GB"/>
          </a:p>
        </p:txBody>
      </p:sp>
      <p:sp>
        <p:nvSpPr>
          <p:cNvPr id="6" name="Slide Number Placeholder 5">
            <a:extLst>
              <a:ext uri="{FF2B5EF4-FFF2-40B4-BE49-F238E27FC236}">
                <a16:creationId xmlns:a16="http://schemas.microsoft.com/office/drawing/2014/main" id="{42F53AB3-8AAF-469F-AD3F-AE5E1A39D7C8}"/>
              </a:ext>
            </a:extLst>
          </p:cNvPr>
          <p:cNvSpPr>
            <a:spLocks noGrp="1"/>
          </p:cNvSpPr>
          <p:nvPr>
            <p:ph type="sldNum" sz="quarter" idx="11"/>
          </p:nvPr>
        </p:nvSpPr>
        <p:spPr/>
        <p:txBody>
          <a:bodyPr/>
          <a:lstStyle/>
          <a:p>
            <a:fld id="{103EA872-A674-449B-A120-B97244F8E91D}" type="slidenum">
              <a:rPr lang="en-GB" smtClean="0"/>
              <a:pPr/>
              <a:t>‹#›</a:t>
            </a:fld>
            <a:endParaRPr lang="en-GB"/>
          </a:p>
        </p:txBody>
      </p:sp>
    </p:spTree>
    <p:extLst>
      <p:ext uri="{BB962C8B-B14F-4D97-AF65-F5344CB8AC3E}">
        <p14:creationId xmlns:p14="http://schemas.microsoft.com/office/powerpoint/2010/main" val="120845512"/>
      </p:ext>
    </p:extLst>
  </p:cSld>
  <p:clrMapOvr>
    <a:masterClrMapping/>
  </p:clrMapOvr>
  <p:extLst>
    <p:ext uri="{DCECCB84-F9BA-43D5-87BE-67443E8EF086}">
      <p15:sldGuideLst xmlns:p15="http://schemas.microsoft.com/office/powerpoint/2012/main">
        <p15:guide id="1" pos="1117" userDrawn="1">
          <p15:clr>
            <a:srgbClr val="F26B43"/>
          </p15:clr>
        </p15:guide>
        <p15:guide id="2" pos="6984" userDrawn="1">
          <p15:clr>
            <a:srgbClr val="F26B43"/>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ogo og footers">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AE75ABF-082F-4A38-B952-09157E37A81A}"/>
              </a:ext>
            </a:extLst>
          </p:cNvPr>
          <p:cNvSpPr>
            <a:spLocks noGrp="1"/>
          </p:cNvSpPr>
          <p:nvPr>
            <p:ph type="ftr" sz="quarter" idx="10"/>
          </p:nvPr>
        </p:nvSpPr>
        <p:spPr/>
        <p:txBody>
          <a:bodyPr/>
          <a:lstStyle/>
          <a:p>
            <a:endParaRPr lang="en-GB"/>
          </a:p>
        </p:txBody>
      </p:sp>
      <p:sp>
        <p:nvSpPr>
          <p:cNvPr id="5" name="Slide Number Placeholder 4">
            <a:extLst>
              <a:ext uri="{FF2B5EF4-FFF2-40B4-BE49-F238E27FC236}">
                <a16:creationId xmlns:a16="http://schemas.microsoft.com/office/drawing/2014/main" id="{D0A39F3A-7714-4FD6-9132-D60FFA220D98}"/>
              </a:ext>
            </a:extLst>
          </p:cNvPr>
          <p:cNvSpPr>
            <a:spLocks noGrp="1"/>
          </p:cNvSpPr>
          <p:nvPr>
            <p:ph type="sldNum" sz="quarter" idx="11"/>
          </p:nvPr>
        </p:nvSpPr>
        <p:spPr/>
        <p:txBody>
          <a:bodyPr/>
          <a:lstStyle/>
          <a:p>
            <a:fld id="{103EA872-A674-449B-A120-B97244F8E91D}" type="slidenum">
              <a:rPr lang="en-GB" smtClean="0"/>
              <a:pPr/>
              <a:t>‹#›</a:t>
            </a:fld>
            <a:endParaRPr lang="en-GB"/>
          </a:p>
        </p:txBody>
      </p:sp>
    </p:spTree>
    <p:extLst>
      <p:ext uri="{BB962C8B-B14F-4D97-AF65-F5344CB8AC3E}">
        <p14:creationId xmlns:p14="http://schemas.microsoft.com/office/powerpoint/2010/main" val="266926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ront/Pause A ">
    <p:spTree>
      <p:nvGrpSpPr>
        <p:cNvPr id="1" name=""/>
        <p:cNvGrpSpPr/>
        <p:nvPr/>
      </p:nvGrpSpPr>
      <p:grpSpPr>
        <a:xfrm>
          <a:off x="0" y="0"/>
          <a:ext cx="0" cy="0"/>
          <a:chOff x="0" y="0"/>
          <a:chExt cx="0" cy="0"/>
        </a:xfrm>
      </p:grpSpPr>
      <p:sp>
        <p:nvSpPr>
          <p:cNvPr id="9" name="Background">
            <a:extLst>
              <a:ext uri="{FF2B5EF4-FFF2-40B4-BE49-F238E27FC236}">
                <a16:creationId xmlns:a16="http://schemas.microsoft.com/office/drawing/2014/main" id="{AF9D3C51-A276-4E1F-B6B6-FD6A4E17EE28}"/>
              </a:ext>
            </a:extLst>
          </p:cNvPr>
          <p:cNvSpPr/>
          <p:nvPr userDrawn="1"/>
        </p:nvSpPr>
        <p:spPr bwMode="auto">
          <a:xfrm>
            <a:off x="0" y="0"/>
            <a:ext cx="12193200" cy="6861600"/>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a:ln>
                <a:noFill/>
              </a:ln>
              <a:solidFill>
                <a:schemeClr val="tx1"/>
              </a:solidFill>
              <a:effectLst/>
              <a:latin typeface="Arial" panose="020B0604020202020204" pitchFamily="34" charset="0"/>
              <a:ea typeface="ＭＳ Ｐゴシック" pitchFamily="-80" charset="-128"/>
            </a:endParaRPr>
          </a:p>
        </p:txBody>
      </p:sp>
      <p:sp>
        <p:nvSpPr>
          <p:cNvPr id="4" name="Date Placeholder 2">
            <a:extLst>
              <a:ext uri="{FF2B5EF4-FFF2-40B4-BE49-F238E27FC236}">
                <a16:creationId xmlns:a16="http://schemas.microsoft.com/office/drawing/2014/main" id="{C9776080-6230-4AB8-AB28-4D6744DD01F9}"/>
              </a:ext>
            </a:extLst>
          </p:cNvPr>
          <p:cNvSpPr>
            <a:spLocks noGrp="1"/>
          </p:cNvSpPr>
          <p:nvPr>
            <p:ph type="dt" sz="half" idx="10"/>
          </p:nvPr>
        </p:nvSpPr>
        <p:spPr>
          <a:xfrm>
            <a:off x="0" y="6912000"/>
            <a:ext cx="0" cy="0"/>
          </a:xfrm>
          <a:prstGeom prst="rect">
            <a:avLst/>
          </a:prstGeom>
        </p:spPr>
        <p:txBody>
          <a:bodyPr/>
          <a:lstStyle>
            <a:lvl1pPr>
              <a:defRPr>
                <a:noFill/>
              </a:defRPr>
            </a:lvl1pPr>
          </a:lstStyle>
          <a:p>
            <a:endParaRPr lang="en-GB"/>
          </a:p>
        </p:txBody>
      </p:sp>
      <p:sp>
        <p:nvSpPr>
          <p:cNvPr id="5" name="Footer Placeholder 3">
            <a:extLst>
              <a:ext uri="{FF2B5EF4-FFF2-40B4-BE49-F238E27FC236}">
                <a16:creationId xmlns:a16="http://schemas.microsoft.com/office/drawing/2014/main" id="{2B7FFAE6-D148-4A15-9DFC-7D71B82020C9}"/>
              </a:ext>
            </a:extLst>
          </p:cNvPr>
          <p:cNvSpPr>
            <a:spLocks noGrp="1"/>
          </p:cNvSpPr>
          <p:nvPr>
            <p:ph type="ftr" sz="quarter" idx="11"/>
          </p:nvPr>
        </p:nvSpPr>
        <p:spPr>
          <a:xfrm>
            <a:off x="0" y="6912000"/>
            <a:ext cx="0" cy="0"/>
          </a:xfrm>
        </p:spPr>
        <p:txBody>
          <a:bodyPr/>
          <a:lstStyle>
            <a:lvl1pPr>
              <a:defRPr>
                <a:noFill/>
              </a:defRPr>
            </a:lvl1pPr>
          </a:lstStyle>
          <a:p>
            <a:endParaRPr lang="en-GB"/>
          </a:p>
        </p:txBody>
      </p:sp>
      <p:sp>
        <p:nvSpPr>
          <p:cNvPr id="6" name="Slide Number Placeholder 4">
            <a:extLst>
              <a:ext uri="{FF2B5EF4-FFF2-40B4-BE49-F238E27FC236}">
                <a16:creationId xmlns:a16="http://schemas.microsoft.com/office/drawing/2014/main" id="{3125B57E-AFC7-4517-B327-461DB01D2867}"/>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a:p>
        </p:txBody>
      </p:sp>
      <p:sp>
        <p:nvSpPr>
          <p:cNvPr id="10" name="Logo color">
            <a:extLst>
              <a:ext uri="{FF2B5EF4-FFF2-40B4-BE49-F238E27FC236}">
                <a16:creationId xmlns:a16="http://schemas.microsoft.com/office/drawing/2014/main" id="{B0EE486B-843B-49D6-90AE-5093AB56E30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a:p>
        </p:txBody>
      </p:sp>
    </p:spTree>
    <p:extLst>
      <p:ext uri="{BB962C8B-B14F-4D97-AF65-F5344CB8AC3E}">
        <p14:creationId xmlns:p14="http://schemas.microsoft.com/office/powerpoint/2010/main" val="2321786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ront/Pause B">
    <p:bg>
      <p:bgRef idx="1001">
        <a:schemeClr val="bg1"/>
      </p:bgRef>
    </p:bg>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A3420087-96DF-432F-B192-585D42BF6A4E}"/>
              </a:ext>
            </a:extLst>
          </p:cNvPr>
          <p:cNvSpPr/>
          <p:nvPr userDrawn="1"/>
        </p:nvSpPr>
        <p:spPr bwMode="auto">
          <a:xfrm>
            <a:off x="0" y="0"/>
            <a:ext cx="12193200" cy="6861600"/>
          </a:xfrm>
          <a:prstGeom prst="rect">
            <a:avLst/>
          </a:prstGeom>
          <a:solidFill>
            <a:schemeClr val="bg1"/>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a:ln>
                <a:noFill/>
              </a:ln>
              <a:solidFill>
                <a:schemeClr val="tx1"/>
              </a:solidFill>
              <a:effectLst/>
              <a:latin typeface="Arial" panose="020B0604020202020204" pitchFamily="34" charset="0"/>
              <a:ea typeface="ＭＳ Ｐゴシック" pitchFamily="-80" charset="-128"/>
            </a:endParaRPr>
          </a:p>
        </p:txBody>
      </p:sp>
      <p:sp>
        <p:nvSpPr>
          <p:cNvPr id="13" name="Logo color">
            <a:extLst>
              <a:ext uri="{FF2B5EF4-FFF2-40B4-BE49-F238E27FC236}">
                <a16:creationId xmlns:a16="http://schemas.microsoft.com/office/drawing/2014/main" id="{09BBEE10-6A59-474F-B766-7643F97F869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990000"/>
          </a:solidFill>
          <a:ln>
            <a:noFill/>
          </a:ln>
        </p:spPr>
        <p:txBody>
          <a:bodyPr vert="horz" wrap="square" lIns="91440" tIns="45720" rIns="91440" bIns="45720" numCol="1" anchor="t" anchorCtr="0" compatLnSpc="1">
            <a:prstTxWarp prst="textNoShape">
              <a:avLst/>
            </a:prstTxWarp>
            <a:noAutofit/>
          </a:bodyPr>
          <a:lstStyle/>
          <a:p>
            <a:endParaRPr lang="en-GB"/>
          </a:p>
        </p:txBody>
      </p:sp>
      <p:sp>
        <p:nvSpPr>
          <p:cNvPr id="6" name="Date Placeholder 2">
            <a:extLst>
              <a:ext uri="{FF2B5EF4-FFF2-40B4-BE49-F238E27FC236}">
                <a16:creationId xmlns:a16="http://schemas.microsoft.com/office/drawing/2014/main" id="{AF062B26-8169-4B93-8FD8-CFDB0855A961}"/>
              </a:ext>
            </a:extLst>
          </p:cNvPr>
          <p:cNvSpPr>
            <a:spLocks noGrp="1"/>
          </p:cNvSpPr>
          <p:nvPr>
            <p:ph type="dt" sz="half" idx="10"/>
          </p:nvPr>
        </p:nvSpPr>
        <p:spPr>
          <a:xfrm>
            <a:off x="0" y="6912000"/>
            <a:ext cx="0" cy="0"/>
          </a:xfrm>
          <a:prstGeom prst="rect">
            <a:avLst/>
          </a:prstGeom>
        </p:spPr>
        <p:txBody>
          <a:bodyPr/>
          <a:lstStyle>
            <a:lvl1pPr>
              <a:defRPr>
                <a:noFill/>
              </a:defRPr>
            </a:lvl1pPr>
          </a:lstStyle>
          <a:p>
            <a:endParaRPr lang="en-GB"/>
          </a:p>
        </p:txBody>
      </p:sp>
      <p:sp>
        <p:nvSpPr>
          <p:cNvPr id="7" name="Footer Placeholder 3">
            <a:extLst>
              <a:ext uri="{FF2B5EF4-FFF2-40B4-BE49-F238E27FC236}">
                <a16:creationId xmlns:a16="http://schemas.microsoft.com/office/drawing/2014/main" id="{CA59923C-6F09-424E-AF1E-AC62326A9B2B}"/>
              </a:ext>
            </a:extLst>
          </p:cNvPr>
          <p:cNvSpPr>
            <a:spLocks noGrp="1"/>
          </p:cNvSpPr>
          <p:nvPr>
            <p:ph type="ftr" sz="quarter" idx="11"/>
          </p:nvPr>
        </p:nvSpPr>
        <p:spPr>
          <a:xfrm>
            <a:off x="0" y="6912000"/>
            <a:ext cx="0" cy="0"/>
          </a:xfrm>
        </p:spPr>
        <p:txBody>
          <a:bodyPr/>
          <a:lstStyle>
            <a:lvl1pPr>
              <a:defRPr>
                <a:noFill/>
              </a:defRPr>
            </a:lvl1pPr>
          </a:lstStyle>
          <a:p>
            <a:endParaRPr lang="en-GB"/>
          </a:p>
        </p:txBody>
      </p:sp>
      <p:sp>
        <p:nvSpPr>
          <p:cNvPr id="9" name="Slide Number Placeholder 4">
            <a:extLst>
              <a:ext uri="{FF2B5EF4-FFF2-40B4-BE49-F238E27FC236}">
                <a16:creationId xmlns:a16="http://schemas.microsoft.com/office/drawing/2014/main" id="{4C299FA2-BF46-4410-B2CD-E3C80B7A9893}"/>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a:p>
        </p:txBody>
      </p:sp>
      <p:sp>
        <p:nvSpPr>
          <p:cNvPr id="11" name="Bottom bar">
            <a:extLst>
              <a:ext uri="{FF2B5EF4-FFF2-40B4-BE49-F238E27FC236}">
                <a16:creationId xmlns:a16="http://schemas.microsoft.com/office/drawing/2014/main" id="{495865CE-5BE9-4122-8AB8-48E534DD88F7}"/>
              </a:ext>
            </a:extLst>
          </p:cNvPr>
          <p:cNvSpPr/>
          <p:nvPr userDrawn="1"/>
        </p:nvSpPr>
        <p:spPr bwMode="auto">
          <a:xfrm>
            <a:off x="0" y="6541200"/>
            <a:ext cx="12193200" cy="316800"/>
          </a:xfrm>
          <a:prstGeom prst="rect">
            <a:avLst/>
          </a:prstGeom>
          <a:solidFill>
            <a:srgbClr val="990000"/>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err="1">
              <a:ln>
                <a:noFill/>
              </a:ln>
              <a:solidFill>
                <a:srgbClr val="FFFFFF"/>
              </a:solidFill>
              <a:effectLst/>
              <a:latin typeface="+mn-lt"/>
              <a:ea typeface="ＭＳ Ｐゴシック" pitchFamily="-80" charset="-128"/>
            </a:endParaRPr>
          </a:p>
        </p:txBody>
      </p:sp>
      <p:sp>
        <p:nvSpPr>
          <p:cNvPr id="12" name="Top bar">
            <a:extLst>
              <a:ext uri="{FF2B5EF4-FFF2-40B4-BE49-F238E27FC236}">
                <a16:creationId xmlns:a16="http://schemas.microsoft.com/office/drawing/2014/main" id="{0D436479-94F3-475C-8F8D-D3CDC81793FD}"/>
              </a:ext>
            </a:extLst>
          </p:cNvPr>
          <p:cNvSpPr/>
          <p:nvPr userDrawn="1"/>
        </p:nvSpPr>
        <p:spPr bwMode="auto">
          <a:xfrm>
            <a:off x="0" y="0"/>
            <a:ext cx="12193200" cy="50400"/>
          </a:xfrm>
          <a:prstGeom prst="rect">
            <a:avLst/>
          </a:prstGeom>
          <a:solidFill>
            <a:srgbClr val="990000"/>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err="1">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349637618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el og indholdsobje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titeltypografi i masteren</a:t>
            </a:r>
          </a:p>
        </p:txBody>
      </p:sp>
      <p:sp>
        <p:nvSpPr>
          <p:cNvPr id="3" name="Pladsholder til indhold 2"/>
          <p:cNvSpPr>
            <a:spLocks noGrp="1"/>
          </p:cNvSpPr>
          <p:nvPr>
            <p:ph idx="1"/>
          </p:nvPr>
        </p:nvSpPr>
        <p:spPr/>
        <p:txBody>
          <a:bodyPr/>
          <a:lstStyle/>
          <a:p>
            <a:pPr lvl="0"/>
            <a:r>
              <a:rPr lang="da-DK"/>
              <a:t>Klik for at redigere typografi i masteren</a:t>
            </a:r>
          </a:p>
          <a:p>
            <a:pPr lvl="1"/>
            <a:r>
              <a:rPr lang="da-DK"/>
              <a:t>Andet niveau</a:t>
            </a:r>
          </a:p>
          <a:p>
            <a:pPr lvl="2"/>
            <a:r>
              <a:rPr lang="da-DK"/>
              <a:t>Tredje niveau</a:t>
            </a:r>
          </a:p>
          <a:p>
            <a:pPr lvl="3"/>
            <a:r>
              <a:rPr lang="da-DK"/>
              <a:t>Fjerde niveau</a:t>
            </a:r>
          </a:p>
          <a:p>
            <a:pPr lvl="4"/>
            <a:r>
              <a:rPr lang="da-DK"/>
              <a:t>Femte niveau</a:t>
            </a:r>
          </a:p>
        </p:txBody>
      </p:sp>
    </p:spTree>
    <p:extLst>
      <p:ext uri="{BB962C8B-B14F-4D97-AF65-F5344CB8AC3E}">
        <p14:creationId xmlns:p14="http://schemas.microsoft.com/office/powerpoint/2010/main" val="614109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Logo color">
            <a:extLst>
              <a:ext uri="{FF2B5EF4-FFF2-40B4-BE49-F238E27FC236}">
                <a16:creationId xmlns:a16="http://schemas.microsoft.com/office/drawing/2014/main" id="{ADC92552-7939-46C1-AAFE-B97F51EBFFE9}"/>
              </a:ext>
            </a:extLst>
          </p:cNvPr>
          <p:cNvSpPr>
            <a:spLocks noChangeAspect="1"/>
          </p:cNvSpPr>
          <p:nvPr userDrawn="1">
            <p:custDataLst>
              <p:tags r:id="rId14"/>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99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GB"/>
          </a:p>
        </p:txBody>
      </p:sp>
      <p:sp>
        <p:nvSpPr>
          <p:cNvPr id="11" name="Bottom bar">
            <a:extLst>
              <a:ext uri="{FF2B5EF4-FFF2-40B4-BE49-F238E27FC236}">
                <a16:creationId xmlns:a16="http://schemas.microsoft.com/office/drawing/2014/main" id="{FFFFD011-0D94-46EE-B45C-787FE82C3B5E}"/>
              </a:ext>
            </a:extLst>
          </p:cNvPr>
          <p:cNvSpPr/>
          <p:nvPr userDrawn="1"/>
        </p:nvSpPr>
        <p:spPr bwMode="auto">
          <a:xfrm>
            <a:off x="0" y="6541200"/>
            <a:ext cx="12193200" cy="316800"/>
          </a:xfrm>
          <a:prstGeom prst="rect">
            <a:avLst/>
          </a:prstGeom>
          <a:solidFill>
            <a:srgbClr val="990000"/>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err="1">
              <a:ln>
                <a:noFill/>
              </a:ln>
              <a:solidFill>
                <a:srgbClr val="FFFFFF"/>
              </a:solidFill>
              <a:effectLst/>
              <a:latin typeface="+mn-lt"/>
              <a:ea typeface="ＭＳ Ｐゴシック" pitchFamily="-80" charset="-128"/>
            </a:endParaRPr>
          </a:p>
        </p:txBody>
      </p:sp>
      <p:sp>
        <p:nvSpPr>
          <p:cNvPr id="3" name="FLD_Presentation Title"/>
          <p:cNvSpPr>
            <a:spLocks noGrp="1"/>
          </p:cNvSpPr>
          <p:nvPr>
            <p:ph type="ftr" sz="quarter" idx="3"/>
          </p:nvPr>
        </p:nvSpPr>
        <p:spPr>
          <a:xfrm>
            <a:off x="0" y="6912000"/>
            <a:ext cx="0" cy="0"/>
          </a:xfrm>
          <a:prstGeom prst="rect">
            <a:avLst/>
          </a:prstGeom>
        </p:spPr>
        <p:txBody>
          <a:bodyPr vert="horz" lIns="0" tIns="0" rIns="0" bIns="0" rtlCol="0" anchor="t" anchorCtr="0"/>
          <a:lstStyle>
            <a:lvl1pPr algn="l">
              <a:spcBef>
                <a:spcPts val="0"/>
              </a:spcBef>
              <a:defRPr sz="700" b="0">
                <a:noFill/>
                <a:latin typeface="+mn-lt"/>
              </a:defRPr>
            </a:lvl1pPr>
          </a:lstStyle>
          <a:p>
            <a:endParaRPr lang="en-GB"/>
          </a:p>
        </p:txBody>
      </p:sp>
      <p:sp>
        <p:nvSpPr>
          <p:cNvPr id="4" name="Slide Number Placeholder 3"/>
          <p:cNvSpPr>
            <a:spLocks noGrp="1"/>
          </p:cNvSpPr>
          <p:nvPr>
            <p:ph type="sldNum" sz="quarter" idx="4"/>
          </p:nvPr>
        </p:nvSpPr>
        <p:spPr>
          <a:xfrm>
            <a:off x="11506450" y="6541200"/>
            <a:ext cx="432600" cy="316800"/>
          </a:xfrm>
          <a:prstGeom prst="rect">
            <a:avLst/>
          </a:prstGeom>
        </p:spPr>
        <p:txBody>
          <a:bodyPr vert="horz" lIns="0" tIns="0" rIns="0" bIns="0" rtlCol="0" anchor="ctr" anchorCtr="0"/>
          <a:lstStyle>
            <a:lvl1pPr algn="l">
              <a:defRPr sz="700" b="1">
                <a:solidFill>
                  <a:schemeClr val="bg1"/>
                </a:solidFill>
                <a:latin typeface="+mn-lt"/>
              </a:defRPr>
            </a:lvl1pPr>
          </a:lstStyle>
          <a:p>
            <a:fld id="{103EA872-A674-449B-A120-B97244F8E91D}" type="slidenum">
              <a:rPr lang="en-GB" smtClean="0"/>
              <a:pPr/>
              <a:t>‹#›</a:t>
            </a:fld>
            <a:endParaRPr lang="en-GB"/>
          </a:p>
        </p:txBody>
      </p:sp>
      <p:sp>
        <p:nvSpPr>
          <p:cNvPr id="113666" name="Rectangle 2"/>
          <p:cNvSpPr>
            <a:spLocks noGrp="1" noChangeArrowheads="1"/>
          </p:cNvSpPr>
          <p:nvPr>
            <p:ph type="title"/>
          </p:nvPr>
        </p:nvSpPr>
        <p:spPr bwMode="auto">
          <a:xfrm>
            <a:off x="1774726" y="426127"/>
            <a:ext cx="9312374" cy="9727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p>
            <a:pPr lvl="0"/>
            <a:r>
              <a:rPr lang="en-US"/>
              <a:t>Click to edit Master title style</a:t>
            </a:r>
            <a:endParaRPr lang="en-GB"/>
          </a:p>
        </p:txBody>
      </p:sp>
      <p:sp>
        <p:nvSpPr>
          <p:cNvPr id="113667" name="Rectangle 3"/>
          <p:cNvSpPr>
            <a:spLocks noGrp="1" noChangeArrowheads="1"/>
          </p:cNvSpPr>
          <p:nvPr>
            <p:ph type="body" idx="1"/>
          </p:nvPr>
        </p:nvSpPr>
        <p:spPr bwMode="auto">
          <a:xfrm>
            <a:off x="1774726" y="1706328"/>
            <a:ext cx="9312374" cy="4545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3676" name="text" descr="{&quot;templafy&quot;:{&quot;id&quot;:&quot;2fce62a0-f28a-44e1-a519-0cbe37b25f7a&quot;}}" title="UserProfile.Offices.Workarea_{{DocumentLanguage}}"/>
          <p:cNvSpPr>
            <a:spLocks noChangeArrowheads="1"/>
          </p:cNvSpPr>
          <p:nvPr/>
        </p:nvSpPr>
        <p:spPr bwMode="auto">
          <a:xfrm>
            <a:off x="1774726" y="6541200"/>
            <a:ext cx="3397071" cy="31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nchorCtr="0"/>
          <a:lstStyle/>
          <a:p>
            <a:pPr algn="l" eaLnBrk="0" hangingPunct="0">
              <a:spcBef>
                <a:spcPct val="0"/>
              </a:spcBef>
            </a:pPr>
            <a:r>
              <a:rPr lang="en-GB" sz="700" b="1">
                <a:solidFill>
                  <a:schemeClr val="bg1"/>
                </a:solidFill>
                <a:latin typeface="+mn-lt"/>
              </a:rPr>
              <a:t>DTU</a:t>
            </a:r>
          </a:p>
        </p:txBody>
      </p:sp>
      <p:sp>
        <p:nvSpPr>
          <p:cNvPr id="5" name="date" descr="{&quot;templafy&quot;:{&quot;id&quot;:&quot;58465eeb-cfe0-4970-97ec-88179dc0a9c2&quot;}}" title="Form.Date">
            <a:extLst>
              <a:ext uri="{FF2B5EF4-FFF2-40B4-BE49-F238E27FC236}">
                <a16:creationId xmlns:a16="http://schemas.microsoft.com/office/drawing/2014/main" id="{792B975C-625D-4095-8E1D-63F20A11B57C}"/>
              </a:ext>
            </a:extLst>
          </p:cNvPr>
          <p:cNvSpPr/>
          <p:nvPr userDrawn="1"/>
        </p:nvSpPr>
        <p:spPr bwMode="auto">
          <a:xfrm>
            <a:off x="251363" y="6541200"/>
            <a:ext cx="1104013" cy="316800"/>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r" defTabSz="914400" rtl="0" eaLnBrk="1" fontAlgn="base" latinLnBrk="0" hangingPunct="1">
              <a:lnSpc>
                <a:spcPct val="100000"/>
              </a:lnSpc>
              <a:spcBef>
                <a:spcPct val="50000"/>
              </a:spcBef>
              <a:spcAft>
                <a:spcPct val="0"/>
              </a:spcAft>
              <a:buClrTx/>
              <a:buSzTx/>
              <a:buFontTx/>
              <a:buNone/>
              <a:tabLst/>
            </a:pPr>
            <a:r>
              <a:rPr kumimoji="0" lang="en-GB" sz="700" b="1" i="0" u="none" strike="noStrike" cap="none" normalizeH="0" baseline="0">
                <a:ln>
                  <a:noFill/>
                </a:ln>
                <a:solidFill>
                  <a:schemeClr val="bg1"/>
                </a:solidFill>
                <a:effectLst/>
                <a:latin typeface="+mn-lt"/>
                <a:ea typeface="ＭＳ Ｐゴシック" pitchFamily="-80" charset="-128"/>
              </a:rPr>
              <a:t>Date</a:t>
            </a:r>
          </a:p>
        </p:txBody>
      </p:sp>
      <p:sp>
        <p:nvSpPr>
          <p:cNvPr id="7" name="text" descr="{&quot;templafy&quot;:{&quot;id&quot;:&quot;5020bdfb-1912-4d6d-a5c3-71b7da283692&quot;}}" title="Form.PresentationTitle">
            <a:extLst>
              <a:ext uri="{FF2B5EF4-FFF2-40B4-BE49-F238E27FC236}">
                <a16:creationId xmlns:a16="http://schemas.microsoft.com/office/drawing/2014/main" id="{06B09BDB-1C7D-4F8A-8F1B-82D88054A428}"/>
              </a:ext>
            </a:extLst>
          </p:cNvPr>
          <p:cNvSpPr txBox="1"/>
          <p:nvPr userDrawn="1"/>
        </p:nvSpPr>
        <p:spPr>
          <a:xfrm>
            <a:off x="5591149" y="6541200"/>
            <a:ext cx="5495949" cy="316800"/>
          </a:xfrm>
          <a:prstGeom prst="rect">
            <a:avLst/>
          </a:prstGeom>
          <a:noFill/>
        </p:spPr>
        <p:txBody>
          <a:bodyPr wrap="square" lIns="0" tIns="0" rIns="0" bIns="0" rtlCol="0" anchor="ctr" anchorCtr="0">
            <a:noAutofit/>
          </a:bodyPr>
          <a:lstStyle/>
          <a:p>
            <a:pPr algn="r"/>
            <a:r>
              <a:rPr lang="en-GB" sz="700">
                <a:solidFill>
                  <a:schemeClr val="bg1"/>
                </a:solidFill>
                <a:latin typeface="+mn-lt"/>
              </a:rPr>
              <a:t>Title</a:t>
            </a:r>
          </a:p>
        </p:txBody>
      </p:sp>
      <p:sp>
        <p:nvSpPr>
          <p:cNvPr id="2" name="Top bar">
            <a:extLst>
              <a:ext uri="{FF2B5EF4-FFF2-40B4-BE49-F238E27FC236}">
                <a16:creationId xmlns:a16="http://schemas.microsoft.com/office/drawing/2014/main" id="{35912424-89BF-4A93-9096-3282916C71FE}"/>
              </a:ext>
            </a:extLst>
          </p:cNvPr>
          <p:cNvSpPr/>
          <p:nvPr userDrawn="1"/>
        </p:nvSpPr>
        <p:spPr bwMode="auto">
          <a:xfrm>
            <a:off x="0" y="0"/>
            <a:ext cx="12193200" cy="50400"/>
          </a:xfrm>
          <a:prstGeom prst="rect">
            <a:avLst/>
          </a:prstGeom>
          <a:solidFill>
            <a:srgbClr val="990000"/>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err="1">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2454702602"/>
      </p:ext>
    </p:extLst>
  </p:cSld>
  <p:clrMap bg1="lt1" tx1="dk1" bg2="lt2" tx2="dk2" accent1="accent1" accent2="accent2" accent3="accent3" accent4="accent4" accent5="accent5" accent6="accent6" hlink="hlink" folHlink="folHlink"/>
  <p:sldLayoutIdLst>
    <p:sldLayoutId id="2147483663" r:id="rId1"/>
    <p:sldLayoutId id="2147483671" r:id="rId2"/>
    <p:sldLayoutId id="2147483664" r:id="rId3"/>
    <p:sldLayoutId id="2147483677" r:id="rId4"/>
    <p:sldLayoutId id="2147483672" r:id="rId5"/>
    <p:sldLayoutId id="2147483673" r:id="rId6"/>
    <p:sldLayoutId id="2147483676" r:id="rId7"/>
    <p:sldLayoutId id="2147483666" r:id="rId8"/>
    <p:sldLayoutId id="2147483667" r:id="rId9"/>
    <p:sldLayoutId id="2147483668" r:id="rId10"/>
    <p:sldLayoutId id="2147483669" r:id="rId11"/>
    <p:sldLayoutId id="2147483678" r:id="rId12"/>
  </p:sldLayoutIdLst>
  <p:hf hdr="0" ftr="0" dt="0"/>
  <p:txStyles>
    <p:titleStyle>
      <a:lvl1pPr algn="l" rtl="0" eaLnBrk="1" fontAlgn="base" hangingPunct="1">
        <a:spcBef>
          <a:spcPct val="0"/>
        </a:spcBef>
        <a:spcAft>
          <a:spcPct val="0"/>
        </a:spcAft>
        <a:defRPr sz="3000" b="1">
          <a:solidFill>
            <a:srgbClr val="000000"/>
          </a:solidFill>
          <a:latin typeface="+mj-lt"/>
          <a:ea typeface="+mj-ea"/>
          <a:cs typeface="+mj-cs"/>
        </a:defRPr>
      </a:lvl1pPr>
      <a:lvl2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2pPr>
      <a:lvl3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3pPr>
      <a:lvl4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4pPr>
      <a:lvl5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5pPr>
      <a:lvl6pPr marL="4572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6pPr>
      <a:lvl7pPr marL="9144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7pPr>
      <a:lvl8pPr marL="13716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8pPr>
      <a:lvl9pPr marL="18288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9pPr>
    </p:titleStyle>
    <p:bodyStyle>
      <a:lvl1pPr marL="198000" indent="-198000" algn="l" rtl="0" eaLnBrk="1" fontAlgn="base" hangingPunct="1">
        <a:spcBef>
          <a:spcPct val="20000"/>
        </a:spcBef>
        <a:spcAft>
          <a:spcPct val="0"/>
        </a:spcAft>
        <a:buChar char="•"/>
        <a:defRPr sz="1800">
          <a:solidFill>
            <a:schemeClr val="tx1"/>
          </a:solidFill>
          <a:latin typeface="+mn-lt"/>
          <a:ea typeface="+mn-ea"/>
          <a:cs typeface="+mn-cs"/>
        </a:defRPr>
      </a:lvl1pPr>
      <a:lvl2pPr marL="414000" indent="-198000" algn="l" rtl="0" eaLnBrk="1" fontAlgn="base" hangingPunct="1">
        <a:spcBef>
          <a:spcPct val="20000"/>
        </a:spcBef>
        <a:spcAft>
          <a:spcPct val="0"/>
        </a:spcAft>
        <a:buChar char="–"/>
        <a:defRPr sz="1800">
          <a:solidFill>
            <a:schemeClr val="tx1"/>
          </a:solidFill>
          <a:latin typeface="+mn-lt"/>
          <a:ea typeface="+mn-ea"/>
        </a:defRPr>
      </a:lvl2pPr>
      <a:lvl3pPr marL="615600" indent="-198000" algn="l" rtl="0" eaLnBrk="1" fontAlgn="base" hangingPunct="1">
        <a:spcBef>
          <a:spcPct val="20000"/>
        </a:spcBef>
        <a:spcAft>
          <a:spcPct val="0"/>
        </a:spcAft>
        <a:buChar char="•"/>
        <a:defRPr sz="1800">
          <a:solidFill>
            <a:schemeClr val="tx1"/>
          </a:solidFill>
          <a:latin typeface="+mn-lt"/>
          <a:ea typeface="+mn-ea"/>
        </a:defRPr>
      </a:lvl3pPr>
      <a:lvl4pPr marL="828000" indent="-198000" algn="l" rtl="0" eaLnBrk="1" fontAlgn="base" hangingPunct="1">
        <a:spcBef>
          <a:spcPct val="20000"/>
        </a:spcBef>
        <a:spcAft>
          <a:spcPct val="0"/>
        </a:spcAft>
        <a:buChar char="–"/>
        <a:defRPr sz="1800">
          <a:solidFill>
            <a:schemeClr val="tx1"/>
          </a:solidFill>
          <a:latin typeface="+mn-lt"/>
          <a:ea typeface="+mn-ea"/>
        </a:defRPr>
      </a:lvl4pPr>
      <a:lvl5pPr marL="1026000" indent="-198000" algn="l" rtl="0" eaLnBrk="1" fontAlgn="base" hangingPunct="1">
        <a:spcBef>
          <a:spcPct val="20000"/>
        </a:spcBef>
        <a:spcAft>
          <a:spcPct val="0"/>
        </a:spcAft>
        <a:buChar char="»"/>
        <a:defRPr sz="1800">
          <a:solidFill>
            <a:schemeClr val="tx1"/>
          </a:solidFill>
          <a:latin typeface="+mn-lt"/>
          <a:ea typeface="+mn-ea"/>
        </a:defRPr>
      </a:lvl5pPr>
      <a:lvl6pPr marL="1026000" indent="-198000" algn="l" rtl="0" eaLnBrk="1" fontAlgn="base" hangingPunct="1">
        <a:spcBef>
          <a:spcPct val="20000"/>
        </a:spcBef>
        <a:spcAft>
          <a:spcPct val="0"/>
        </a:spcAft>
        <a:buChar char="»"/>
        <a:defRPr sz="1800">
          <a:solidFill>
            <a:schemeClr val="tx1"/>
          </a:solidFill>
          <a:latin typeface="+mn-lt"/>
          <a:ea typeface="+mn-ea"/>
        </a:defRPr>
      </a:lvl6pPr>
      <a:lvl7pPr marL="1026000" indent="-198000" algn="l" rtl="0" eaLnBrk="1" fontAlgn="base" hangingPunct="1">
        <a:spcBef>
          <a:spcPct val="20000"/>
        </a:spcBef>
        <a:spcAft>
          <a:spcPct val="0"/>
        </a:spcAft>
        <a:buChar char="»"/>
        <a:defRPr sz="1800">
          <a:solidFill>
            <a:schemeClr val="tx1"/>
          </a:solidFill>
          <a:latin typeface="+mn-lt"/>
          <a:ea typeface="+mn-ea"/>
        </a:defRPr>
      </a:lvl7pPr>
      <a:lvl8pPr marL="1026000" indent="-198000" algn="l" rtl="0" eaLnBrk="1" fontAlgn="base" hangingPunct="1">
        <a:spcBef>
          <a:spcPct val="20000"/>
        </a:spcBef>
        <a:spcAft>
          <a:spcPct val="0"/>
        </a:spcAft>
        <a:buChar char="»"/>
        <a:defRPr sz="1800">
          <a:solidFill>
            <a:schemeClr val="tx1"/>
          </a:solidFill>
          <a:latin typeface="+mn-lt"/>
          <a:ea typeface="+mn-ea"/>
        </a:defRPr>
      </a:lvl8pPr>
      <a:lvl9pPr marL="1026000" indent="-198000" algn="l" rtl="0" eaLnBrk="1" fontAlgn="base" hangingPunct="1">
        <a:spcBef>
          <a:spcPct val="20000"/>
        </a:spcBef>
        <a:spcAft>
          <a:spcPct val="0"/>
        </a:spcAft>
        <a:buChar char="»"/>
        <a:defRPr sz="1800">
          <a:solidFill>
            <a:schemeClr val="tx1"/>
          </a:solidFill>
          <a:latin typeface="+mn-lt"/>
          <a:ea typeface="+mn-ea"/>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68" userDrawn="1">
          <p15:clr>
            <a:srgbClr val="F26B43"/>
          </p15:clr>
        </p15:guide>
        <p15:guide id="4" orient="horz" pos="881" userDrawn="1">
          <p15:clr>
            <a:srgbClr val="F26B43"/>
          </p15:clr>
        </p15:guide>
        <p15:guide id="5" orient="horz" pos="1074" userDrawn="1">
          <p15:clr>
            <a:srgbClr val="F26B43"/>
          </p15:clr>
        </p15:guide>
        <p15:guide id="6" orient="horz" pos="393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sciencebasedtargets.org/" TargetMode="External"/><Relationship Id="rId2" Type="http://schemas.openxmlformats.org/officeDocument/2006/relationships/hyperlink" Target="https://unglobalcompact.org/" TargetMode="External"/><Relationship Id="rId1" Type="http://schemas.openxmlformats.org/officeDocument/2006/relationships/slideLayout" Target="../slideLayouts/slideLayout3.xml"/><Relationship Id="rId4" Type="http://schemas.openxmlformats.org/officeDocument/2006/relationships/hyperlink" Target="https://www.dgnb.de/en"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hyperlink" Target="https://business.nasdaq.com/esg-guide/"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hyperlink" Target="https://www.efrag.org/lab6"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https://efrag.org/"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hyperlink" Target="https://ec.europa.eu/sustainable-finance-taxonomy/"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4FDC02-BC36-BCEE-520E-47858005ADA8}"/>
              </a:ext>
            </a:extLst>
          </p:cNvPr>
          <p:cNvSpPr>
            <a:spLocks noGrp="1"/>
          </p:cNvSpPr>
          <p:nvPr>
            <p:ph type="ctrTitle"/>
          </p:nvPr>
        </p:nvSpPr>
        <p:spPr/>
        <p:txBody>
          <a:bodyPr/>
          <a:lstStyle/>
          <a:p>
            <a:r>
              <a:rPr lang="en-GB" sz="6600" dirty="0"/>
              <a:t>Quantitative </a:t>
            </a:r>
            <a:r>
              <a:rPr lang="en-GB" sz="6600" dirty="0" smtClean="0"/>
              <a:t>Sustainability:</a:t>
            </a:r>
            <a:br>
              <a:rPr lang="en-GB" sz="6600" dirty="0" smtClean="0"/>
            </a:br>
            <a:r>
              <a:rPr lang="en-GB" sz="6600" dirty="0" smtClean="0"/>
              <a:t>Influence on companies</a:t>
            </a:r>
            <a:endParaRPr lang="en-GB" sz="6600" dirty="0"/>
          </a:p>
        </p:txBody>
      </p:sp>
      <p:sp>
        <p:nvSpPr>
          <p:cNvPr id="4" name="Subtitle 3">
            <a:extLst>
              <a:ext uri="{FF2B5EF4-FFF2-40B4-BE49-F238E27FC236}">
                <a16:creationId xmlns:a16="http://schemas.microsoft.com/office/drawing/2014/main" id="{962DC6E2-FFA2-D8E5-2758-5446FA206FC4}"/>
              </a:ext>
            </a:extLst>
          </p:cNvPr>
          <p:cNvSpPr>
            <a:spLocks noGrp="1"/>
          </p:cNvSpPr>
          <p:nvPr>
            <p:ph type="subTitle" idx="1"/>
          </p:nvPr>
        </p:nvSpPr>
        <p:spPr/>
        <p:txBody>
          <a:bodyPr/>
          <a:lstStyle/>
          <a:p>
            <a:r>
              <a:rPr lang="en-GB" sz="3200"/>
              <a:t>introduction</a:t>
            </a:r>
          </a:p>
        </p:txBody>
      </p:sp>
      <p:sp>
        <p:nvSpPr>
          <p:cNvPr id="2" name="Slide Number Placeholder 1">
            <a:extLst>
              <a:ext uri="{FF2B5EF4-FFF2-40B4-BE49-F238E27FC236}">
                <a16:creationId xmlns:a16="http://schemas.microsoft.com/office/drawing/2014/main" id="{91BCBEEB-F00F-AC45-BCCD-ACAC8B3F973A}"/>
              </a:ext>
            </a:extLst>
          </p:cNvPr>
          <p:cNvSpPr>
            <a:spLocks noGrp="1"/>
          </p:cNvSpPr>
          <p:nvPr>
            <p:ph type="sldNum" sz="quarter" idx="17"/>
          </p:nvPr>
        </p:nvSpPr>
        <p:spPr/>
        <p:txBody>
          <a:bodyPr/>
          <a:lstStyle/>
          <a:p>
            <a:fld id="{24C8C45C-947F-4981-8B3F-4F32E973C901}" type="slidenum">
              <a:rPr lang="en-GB" smtClean="0"/>
              <a:pPr/>
              <a:t>1</a:t>
            </a:fld>
            <a:endParaRPr lang="en-GB"/>
          </a:p>
        </p:txBody>
      </p:sp>
      <p:sp>
        <p:nvSpPr>
          <p:cNvPr id="6" name="TextBox 5">
            <a:extLst>
              <a:ext uri="{FF2B5EF4-FFF2-40B4-BE49-F238E27FC236}">
                <a16:creationId xmlns:a16="http://schemas.microsoft.com/office/drawing/2014/main" id="{5E77257F-5122-3E62-7BD6-9BE7047C9452}"/>
              </a:ext>
            </a:extLst>
          </p:cNvPr>
          <p:cNvSpPr txBox="1"/>
          <p:nvPr/>
        </p:nvSpPr>
        <p:spPr>
          <a:xfrm>
            <a:off x="4078982" y="5373216"/>
            <a:ext cx="6936110" cy="584775"/>
          </a:xfrm>
          <a:prstGeom prst="rect">
            <a:avLst/>
          </a:prstGeom>
          <a:noFill/>
        </p:spPr>
        <p:txBody>
          <a:bodyPr wrap="square">
            <a:spAutoFit/>
          </a:bodyPr>
          <a:lstStyle/>
          <a:p>
            <a:pPr algn="r"/>
            <a:r>
              <a:rPr lang="en-GB" sz="3200" dirty="0">
                <a:solidFill>
                  <a:schemeClr val="bg1"/>
                </a:solidFill>
                <a:latin typeface="+mj-lt"/>
              </a:rPr>
              <a:t>Stig Irving </a:t>
            </a:r>
            <a:r>
              <a:rPr lang="en-GB" sz="3200" dirty="0" smtClean="0">
                <a:solidFill>
                  <a:schemeClr val="bg1"/>
                </a:solidFill>
                <a:latin typeface="+mj-lt"/>
              </a:rPr>
              <a:t>Olsen</a:t>
            </a:r>
            <a:endParaRPr lang="en-GB" sz="3200" dirty="0">
              <a:solidFill>
                <a:schemeClr val="bg1"/>
              </a:solidFill>
              <a:latin typeface="+mj-lt"/>
            </a:endParaRPr>
          </a:p>
        </p:txBody>
      </p:sp>
    </p:spTree>
    <p:extLst>
      <p:ext uri="{BB962C8B-B14F-4D97-AF65-F5344CB8AC3E}">
        <p14:creationId xmlns:p14="http://schemas.microsoft.com/office/powerpoint/2010/main" val="9206099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103EA872-A674-449B-A120-B97244F8E91D}" type="slidenum">
              <a:rPr lang="en-GB" smtClean="0"/>
              <a:pPr/>
              <a:t>2</a:t>
            </a:fld>
            <a:endParaRPr lang="en-GB"/>
          </a:p>
        </p:txBody>
      </p:sp>
      <p:sp>
        <p:nvSpPr>
          <p:cNvPr id="4" name="Content Placeholder 2"/>
          <p:cNvSpPr txBox="1">
            <a:spLocks/>
          </p:cNvSpPr>
          <p:nvPr/>
        </p:nvSpPr>
        <p:spPr>
          <a:xfrm>
            <a:off x="1636151" y="1403079"/>
            <a:ext cx="7886700" cy="3263504"/>
          </a:xfrm>
          <a:prstGeom prst="rect">
            <a:avLst/>
          </a:prstGeom>
        </p:spPr>
        <p:txBody>
          <a:bodyPr>
            <a:normAutofit/>
          </a:bodyPr>
          <a:lstStyle>
            <a:lvl1pPr marL="198000" indent="-198000" algn="l" rtl="0" eaLnBrk="1" fontAlgn="base" hangingPunct="1">
              <a:spcBef>
                <a:spcPct val="20000"/>
              </a:spcBef>
              <a:spcAft>
                <a:spcPct val="0"/>
              </a:spcAft>
              <a:buChar char="•"/>
              <a:defRPr sz="1800">
                <a:solidFill>
                  <a:schemeClr val="tx1"/>
                </a:solidFill>
                <a:latin typeface="+mn-lt"/>
                <a:ea typeface="+mn-ea"/>
                <a:cs typeface="+mn-cs"/>
              </a:defRPr>
            </a:lvl1pPr>
            <a:lvl2pPr marL="414000" indent="-198000" algn="l" rtl="0" eaLnBrk="1" fontAlgn="base" hangingPunct="1">
              <a:spcBef>
                <a:spcPct val="20000"/>
              </a:spcBef>
              <a:spcAft>
                <a:spcPct val="0"/>
              </a:spcAft>
              <a:buChar char="–"/>
              <a:defRPr sz="1800">
                <a:solidFill>
                  <a:schemeClr val="tx1"/>
                </a:solidFill>
                <a:latin typeface="+mn-lt"/>
                <a:ea typeface="+mn-ea"/>
              </a:defRPr>
            </a:lvl2pPr>
            <a:lvl3pPr marL="615600" indent="-198000" algn="l" rtl="0" eaLnBrk="1" fontAlgn="base" hangingPunct="1">
              <a:spcBef>
                <a:spcPct val="20000"/>
              </a:spcBef>
              <a:spcAft>
                <a:spcPct val="0"/>
              </a:spcAft>
              <a:buChar char="•"/>
              <a:defRPr sz="1800">
                <a:solidFill>
                  <a:schemeClr val="tx1"/>
                </a:solidFill>
                <a:latin typeface="+mn-lt"/>
                <a:ea typeface="+mn-ea"/>
              </a:defRPr>
            </a:lvl3pPr>
            <a:lvl4pPr marL="828000" indent="-198000" algn="l" rtl="0" eaLnBrk="1" fontAlgn="base" hangingPunct="1">
              <a:spcBef>
                <a:spcPct val="20000"/>
              </a:spcBef>
              <a:spcAft>
                <a:spcPct val="0"/>
              </a:spcAft>
              <a:buChar char="–"/>
              <a:defRPr sz="1800">
                <a:solidFill>
                  <a:schemeClr val="tx1"/>
                </a:solidFill>
                <a:latin typeface="+mn-lt"/>
                <a:ea typeface="+mn-ea"/>
              </a:defRPr>
            </a:lvl4pPr>
            <a:lvl5pPr marL="1026000" indent="-198000" algn="l" rtl="0" eaLnBrk="1" fontAlgn="base" hangingPunct="1">
              <a:spcBef>
                <a:spcPct val="20000"/>
              </a:spcBef>
              <a:spcAft>
                <a:spcPct val="0"/>
              </a:spcAft>
              <a:buChar char="»"/>
              <a:defRPr sz="1800">
                <a:solidFill>
                  <a:schemeClr val="tx1"/>
                </a:solidFill>
                <a:latin typeface="+mn-lt"/>
                <a:ea typeface="+mn-ea"/>
              </a:defRPr>
            </a:lvl5pPr>
            <a:lvl6pPr marL="1026000" indent="-198000" algn="l" rtl="0" eaLnBrk="1" fontAlgn="base" hangingPunct="1">
              <a:spcBef>
                <a:spcPct val="20000"/>
              </a:spcBef>
              <a:spcAft>
                <a:spcPct val="0"/>
              </a:spcAft>
              <a:buChar char="»"/>
              <a:defRPr sz="1800">
                <a:solidFill>
                  <a:schemeClr val="tx1"/>
                </a:solidFill>
                <a:latin typeface="+mn-lt"/>
                <a:ea typeface="+mn-ea"/>
              </a:defRPr>
            </a:lvl6pPr>
            <a:lvl7pPr marL="1026000" indent="-198000" algn="l" rtl="0" eaLnBrk="1" fontAlgn="base" hangingPunct="1">
              <a:spcBef>
                <a:spcPct val="20000"/>
              </a:spcBef>
              <a:spcAft>
                <a:spcPct val="0"/>
              </a:spcAft>
              <a:buChar char="»"/>
              <a:defRPr sz="1800">
                <a:solidFill>
                  <a:schemeClr val="tx1"/>
                </a:solidFill>
                <a:latin typeface="+mn-lt"/>
                <a:ea typeface="+mn-ea"/>
              </a:defRPr>
            </a:lvl7pPr>
            <a:lvl8pPr marL="1026000" indent="-198000" algn="l" rtl="0" eaLnBrk="1" fontAlgn="base" hangingPunct="1">
              <a:spcBef>
                <a:spcPct val="20000"/>
              </a:spcBef>
              <a:spcAft>
                <a:spcPct val="0"/>
              </a:spcAft>
              <a:buChar char="»"/>
              <a:defRPr sz="1800">
                <a:solidFill>
                  <a:schemeClr val="tx1"/>
                </a:solidFill>
                <a:latin typeface="+mn-lt"/>
                <a:ea typeface="+mn-ea"/>
              </a:defRPr>
            </a:lvl8pPr>
            <a:lvl9pPr marL="1026000" indent="-198000" algn="l" rtl="0" eaLnBrk="1" fontAlgn="base" hangingPunct="1">
              <a:spcBef>
                <a:spcPct val="20000"/>
              </a:spcBef>
              <a:spcAft>
                <a:spcPct val="0"/>
              </a:spcAft>
              <a:buChar char="»"/>
              <a:defRPr sz="1800">
                <a:solidFill>
                  <a:schemeClr val="tx1"/>
                </a:solidFill>
                <a:latin typeface="+mn-lt"/>
                <a:ea typeface="+mn-ea"/>
              </a:defRPr>
            </a:lvl9pPr>
          </a:lstStyle>
          <a:p>
            <a:pPr marL="0" indent="0">
              <a:buFontTx/>
              <a:buNone/>
            </a:pPr>
            <a:r>
              <a:rPr lang="en-US" kern="0"/>
              <a:t>17 goals to ‘end poverty, protect the planet, and ensure prosperity for all as part of a new sustainable development agenda’</a:t>
            </a:r>
          </a:p>
        </p:txBody>
      </p:sp>
      <p:sp>
        <p:nvSpPr>
          <p:cNvPr id="5" name="Rectangle 3"/>
          <p:cNvSpPr txBox="1">
            <a:spLocks noChangeArrowheads="1"/>
          </p:cNvSpPr>
          <p:nvPr/>
        </p:nvSpPr>
        <p:spPr>
          <a:xfrm>
            <a:off x="1641909" y="491198"/>
            <a:ext cx="7089689" cy="42914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ltLang="da-DK" sz="2700" b="1"/>
              <a:t>United Nation’s Sustainable Development goals</a:t>
            </a:r>
          </a:p>
        </p:txBody>
      </p:sp>
      <p:sp>
        <p:nvSpPr>
          <p:cNvPr id="6" name="Rectangle 2"/>
          <p:cNvSpPr txBox="1">
            <a:spLocks noChangeArrowheads="1"/>
          </p:cNvSpPr>
          <p:nvPr/>
        </p:nvSpPr>
        <p:spPr>
          <a:xfrm>
            <a:off x="2374570" y="2261791"/>
            <a:ext cx="6105682" cy="3709592"/>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GB" altLang="da-DK" sz="1754"/>
          </a:p>
          <a:p>
            <a:pPr>
              <a:buFontTx/>
              <a:buNone/>
            </a:pPr>
            <a:endParaRPr lang="en-GB" altLang="da-DK" sz="1754"/>
          </a:p>
          <a:p>
            <a:pPr>
              <a:buFontTx/>
              <a:buNone/>
            </a:pPr>
            <a:endParaRPr lang="en-GB" altLang="da-DK" sz="1754"/>
          </a:p>
          <a:p>
            <a:pPr>
              <a:buFontTx/>
              <a:buNone/>
            </a:pPr>
            <a:endParaRPr lang="en-GB" altLang="da-DK" sz="1754"/>
          </a:p>
          <a:p>
            <a:pPr>
              <a:buFontTx/>
              <a:buNone/>
            </a:pPr>
            <a:endParaRPr lang="en-GB" altLang="da-DK" sz="1754"/>
          </a:p>
          <a:p>
            <a:pPr>
              <a:buFontTx/>
              <a:buNone/>
            </a:pPr>
            <a:endParaRPr lang="en-GB" altLang="da-DK" sz="1754"/>
          </a:p>
          <a:p>
            <a:pPr>
              <a:buFontTx/>
              <a:buNone/>
            </a:pPr>
            <a:endParaRPr lang="en-GB" altLang="da-DK" sz="1754"/>
          </a:p>
          <a:p>
            <a:pPr>
              <a:buFontTx/>
              <a:buNone/>
            </a:pPr>
            <a:endParaRPr lang="en-GB" altLang="da-DK" sz="1754"/>
          </a:p>
          <a:p>
            <a:pPr>
              <a:buFontTx/>
              <a:buNone/>
            </a:pPr>
            <a:endParaRPr lang="en-GB" altLang="da-DK" sz="1754"/>
          </a:p>
          <a:p>
            <a:pPr>
              <a:buFontTx/>
              <a:buNone/>
            </a:pPr>
            <a:endParaRPr lang="en-GB" altLang="da-DK" sz="1559"/>
          </a:p>
          <a:p>
            <a:pPr>
              <a:buFontTx/>
              <a:buNone/>
            </a:pPr>
            <a:endParaRPr lang="en-GB" altLang="da-DK" sz="1754"/>
          </a:p>
          <a:p>
            <a:pPr>
              <a:buFontTx/>
              <a:buNone/>
            </a:pPr>
            <a:endParaRPr lang="en-GB" altLang="da-DK" sz="1754"/>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7227" y="2698315"/>
            <a:ext cx="6415088" cy="2886075"/>
          </a:xfrm>
          <a:prstGeom prst="rect">
            <a:avLst/>
          </a:prstGeom>
        </p:spPr>
      </p:pic>
      <p:sp>
        <p:nvSpPr>
          <p:cNvPr id="8" name="Oval 7"/>
          <p:cNvSpPr/>
          <p:nvPr/>
        </p:nvSpPr>
        <p:spPr>
          <a:xfrm>
            <a:off x="2053647" y="2536296"/>
            <a:ext cx="1169805" cy="11561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9" name="Oval 8"/>
          <p:cNvSpPr/>
          <p:nvPr/>
        </p:nvSpPr>
        <p:spPr>
          <a:xfrm>
            <a:off x="2049413" y="3551364"/>
            <a:ext cx="1169805" cy="11561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10" name="Oval 9"/>
          <p:cNvSpPr/>
          <p:nvPr/>
        </p:nvSpPr>
        <p:spPr>
          <a:xfrm>
            <a:off x="3126278" y="3568471"/>
            <a:ext cx="1169805" cy="11561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11" name="Oval 10"/>
          <p:cNvSpPr/>
          <p:nvPr/>
        </p:nvSpPr>
        <p:spPr>
          <a:xfrm>
            <a:off x="3166129" y="2536296"/>
            <a:ext cx="1169805" cy="11561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12" name="Oval 11"/>
          <p:cNvSpPr/>
          <p:nvPr/>
        </p:nvSpPr>
        <p:spPr>
          <a:xfrm>
            <a:off x="5394772" y="2567131"/>
            <a:ext cx="1169805" cy="11561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13" name="Oval 12"/>
          <p:cNvSpPr/>
          <p:nvPr/>
        </p:nvSpPr>
        <p:spPr>
          <a:xfrm>
            <a:off x="6489502" y="2538316"/>
            <a:ext cx="1169805" cy="11561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14" name="Oval 13"/>
          <p:cNvSpPr/>
          <p:nvPr/>
        </p:nvSpPr>
        <p:spPr>
          <a:xfrm>
            <a:off x="7591336" y="2549907"/>
            <a:ext cx="1169805" cy="11561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15" name="Oval 14"/>
          <p:cNvSpPr/>
          <p:nvPr/>
        </p:nvSpPr>
        <p:spPr>
          <a:xfrm>
            <a:off x="4291869" y="2575032"/>
            <a:ext cx="1169805" cy="11561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16" name="Oval 15"/>
          <p:cNvSpPr/>
          <p:nvPr/>
        </p:nvSpPr>
        <p:spPr>
          <a:xfrm>
            <a:off x="5344747" y="3575799"/>
            <a:ext cx="1169805" cy="11561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17" name="Oval 16"/>
          <p:cNvSpPr/>
          <p:nvPr/>
        </p:nvSpPr>
        <p:spPr>
          <a:xfrm>
            <a:off x="4247046" y="3572791"/>
            <a:ext cx="1169805" cy="11561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18" name="Oval 17"/>
          <p:cNvSpPr/>
          <p:nvPr/>
        </p:nvSpPr>
        <p:spPr>
          <a:xfrm>
            <a:off x="7556651" y="3588852"/>
            <a:ext cx="1220198" cy="111467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19" name="Oval 18"/>
          <p:cNvSpPr/>
          <p:nvPr/>
        </p:nvSpPr>
        <p:spPr>
          <a:xfrm>
            <a:off x="5344546" y="4583245"/>
            <a:ext cx="1169805" cy="11561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20" name="Oval 19"/>
          <p:cNvSpPr/>
          <p:nvPr/>
        </p:nvSpPr>
        <p:spPr>
          <a:xfrm>
            <a:off x="6469528" y="4571263"/>
            <a:ext cx="1169805" cy="11561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21" name="Oval 20"/>
          <p:cNvSpPr/>
          <p:nvPr/>
        </p:nvSpPr>
        <p:spPr>
          <a:xfrm>
            <a:off x="8895168" y="2596318"/>
            <a:ext cx="241720" cy="26199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22" name="Oval 21"/>
          <p:cNvSpPr/>
          <p:nvPr/>
        </p:nvSpPr>
        <p:spPr>
          <a:xfrm>
            <a:off x="8895168" y="3245831"/>
            <a:ext cx="241720" cy="261998"/>
          </a:xfrm>
          <a:prstGeom prst="ellipse">
            <a:avLst/>
          </a:prstGeom>
          <a:solidFill>
            <a:schemeClr val="accent1">
              <a:alpha val="37000"/>
            </a:schemeClr>
          </a:solidFill>
          <a:ln>
            <a:solidFill>
              <a:schemeClr val="accent1">
                <a:alpha val="23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23" name="Oval 22"/>
          <p:cNvSpPr/>
          <p:nvPr/>
        </p:nvSpPr>
        <p:spPr>
          <a:xfrm>
            <a:off x="3178621" y="2528693"/>
            <a:ext cx="1169805" cy="1156194"/>
          </a:xfrm>
          <a:prstGeom prst="ellipse">
            <a:avLst/>
          </a:prstGeom>
          <a:solidFill>
            <a:schemeClr val="accent1">
              <a:alpha val="37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24" name="Oval 23"/>
          <p:cNvSpPr/>
          <p:nvPr/>
        </p:nvSpPr>
        <p:spPr>
          <a:xfrm>
            <a:off x="4283956" y="2549907"/>
            <a:ext cx="1169805" cy="1156194"/>
          </a:xfrm>
          <a:prstGeom prst="ellipse">
            <a:avLst/>
          </a:prstGeom>
          <a:solidFill>
            <a:schemeClr val="accent1">
              <a:alpha val="37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25" name="Oval 24"/>
          <p:cNvSpPr/>
          <p:nvPr/>
        </p:nvSpPr>
        <p:spPr>
          <a:xfrm>
            <a:off x="7586922" y="2528273"/>
            <a:ext cx="1169805" cy="1156194"/>
          </a:xfrm>
          <a:prstGeom prst="ellipse">
            <a:avLst/>
          </a:prstGeom>
          <a:solidFill>
            <a:schemeClr val="accent1">
              <a:alpha val="37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26" name="Oval 25"/>
          <p:cNvSpPr/>
          <p:nvPr/>
        </p:nvSpPr>
        <p:spPr>
          <a:xfrm>
            <a:off x="2048574" y="3550887"/>
            <a:ext cx="1169805" cy="1156194"/>
          </a:xfrm>
          <a:prstGeom prst="ellipse">
            <a:avLst/>
          </a:prstGeom>
          <a:solidFill>
            <a:schemeClr val="accent1">
              <a:alpha val="37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27" name="Oval 26"/>
          <p:cNvSpPr/>
          <p:nvPr/>
        </p:nvSpPr>
        <p:spPr>
          <a:xfrm>
            <a:off x="3135724" y="3572791"/>
            <a:ext cx="1169805" cy="1156194"/>
          </a:xfrm>
          <a:prstGeom prst="ellipse">
            <a:avLst/>
          </a:prstGeom>
          <a:solidFill>
            <a:schemeClr val="accent1">
              <a:alpha val="37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28" name="Oval 27"/>
          <p:cNvSpPr/>
          <p:nvPr/>
        </p:nvSpPr>
        <p:spPr>
          <a:xfrm>
            <a:off x="4242691" y="3568091"/>
            <a:ext cx="1169805" cy="1156194"/>
          </a:xfrm>
          <a:prstGeom prst="ellipse">
            <a:avLst/>
          </a:prstGeom>
          <a:solidFill>
            <a:schemeClr val="accent1">
              <a:alpha val="37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29" name="Oval 28"/>
          <p:cNvSpPr/>
          <p:nvPr/>
        </p:nvSpPr>
        <p:spPr>
          <a:xfrm>
            <a:off x="7542380" y="3603131"/>
            <a:ext cx="1220198" cy="1114673"/>
          </a:xfrm>
          <a:prstGeom prst="ellipse">
            <a:avLst/>
          </a:prstGeom>
          <a:solidFill>
            <a:schemeClr val="accent1">
              <a:alpha val="37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30" name="Oval 29"/>
          <p:cNvSpPr/>
          <p:nvPr/>
        </p:nvSpPr>
        <p:spPr>
          <a:xfrm>
            <a:off x="2050896" y="4558398"/>
            <a:ext cx="1169805" cy="1156194"/>
          </a:xfrm>
          <a:prstGeom prst="ellipse">
            <a:avLst/>
          </a:prstGeom>
          <a:solidFill>
            <a:schemeClr val="accent1">
              <a:alpha val="37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31" name="Oval 30"/>
          <p:cNvSpPr/>
          <p:nvPr/>
        </p:nvSpPr>
        <p:spPr>
          <a:xfrm>
            <a:off x="3126078" y="4571263"/>
            <a:ext cx="1169805" cy="1156194"/>
          </a:xfrm>
          <a:prstGeom prst="ellipse">
            <a:avLst/>
          </a:prstGeom>
          <a:solidFill>
            <a:schemeClr val="accent1">
              <a:alpha val="37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32" name="Oval 31"/>
          <p:cNvSpPr/>
          <p:nvPr/>
        </p:nvSpPr>
        <p:spPr>
          <a:xfrm>
            <a:off x="4249894" y="4573487"/>
            <a:ext cx="1169805" cy="1156194"/>
          </a:xfrm>
          <a:prstGeom prst="ellipse">
            <a:avLst/>
          </a:prstGeom>
          <a:solidFill>
            <a:schemeClr val="accent1">
              <a:alpha val="37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33" name="TextBox 32"/>
          <p:cNvSpPr txBox="1"/>
          <p:nvPr/>
        </p:nvSpPr>
        <p:spPr>
          <a:xfrm>
            <a:off x="9140082" y="2584204"/>
            <a:ext cx="1436612" cy="276999"/>
          </a:xfrm>
          <a:prstGeom prst="rect">
            <a:avLst/>
          </a:prstGeom>
          <a:noFill/>
        </p:spPr>
        <p:txBody>
          <a:bodyPr wrap="none" rtlCol="0">
            <a:spAutoFit/>
          </a:bodyPr>
          <a:lstStyle/>
          <a:p>
            <a:r>
              <a:rPr lang="en-US" sz="1200"/>
              <a:t>Social/economic</a:t>
            </a:r>
            <a:endParaRPr lang="da-DK" sz="1200"/>
          </a:p>
        </p:txBody>
      </p:sp>
      <p:sp>
        <p:nvSpPr>
          <p:cNvPr id="34" name="TextBox 33"/>
          <p:cNvSpPr txBox="1"/>
          <p:nvPr/>
        </p:nvSpPr>
        <p:spPr>
          <a:xfrm>
            <a:off x="9135683" y="2896332"/>
            <a:ext cx="1302088" cy="276999"/>
          </a:xfrm>
          <a:prstGeom prst="rect">
            <a:avLst/>
          </a:prstGeom>
          <a:noFill/>
        </p:spPr>
        <p:txBody>
          <a:bodyPr wrap="none" rtlCol="0">
            <a:spAutoFit/>
          </a:bodyPr>
          <a:lstStyle/>
          <a:p>
            <a:r>
              <a:rPr lang="en-US" sz="1200"/>
              <a:t>Environmental</a:t>
            </a:r>
            <a:endParaRPr lang="da-DK" sz="1200"/>
          </a:p>
        </p:txBody>
      </p:sp>
      <p:sp>
        <p:nvSpPr>
          <p:cNvPr id="35" name="TextBox 34"/>
          <p:cNvSpPr txBox="1"/>
          <p:nvPr/>
        </p:nvSpPr>
        <p:spPr>
          <a:xfrm>
            <a:off x="9131288" y="3234839"/>
            <a:ext cx="1595245" cy="276999"/>
          </a:xfrm>
          <a:prstGeom prst="rect">
            <a:avLst/>
          </a:prstGeom>
          <a:noFill/>
        </p:spPr>
        <p:txBody>
          <a:bodyPr wrap="none" rtlCol="0">
            <a:spAutoFit/>
          </a:bodyPr>
          <a:lstStyle/>
          <a:p>
            <a:r>
              <a:rPr lang="en-US" sz="1200"/>
              <a:t>Technology-driven</a:t>
            </a:r>
            <a:endParaRPr lang="da-DK" sz="1200"/>
          </a:p>
        </p:txBody>
      </p:sp>
      <p:sp>
        <p:nvSpPr>
          <p:cNvPr id="36" name="Rectangle 35"/>
          <p:cNvSpPr/>
          <p:nvPr/>
        </p:nvSpPr>
        <p:spPr>
          <a:xfrm>
            <a:off x="4305993" y="2572507"/>
            <a:ext cx="1139194" cy="1124684"/>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200"/>
          </a:p>
        </p:txBody>
      </p:sp>
      <p:sp>
        <p:nvSpPr>
          <p:cNvPr id="37" name="Rectangle 36"/>
          <p:cNvSpPr/>
          <p:nvPr/>
        </p:nvSpPr>
        <p:spPr>
          <a:xfrm>
            <a:off x="7592404" y="2550283"/>
            <a:ext cx="1139194" cy="1124684"/>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200"/>
          </a:p>
        </p:txBody>
      </p:sp>
      <p:sp>
        <p:nvSpPr>
          <p:cNvPr id="38" name="Rectangle 37"/>
          <p:cNvSpPr/>
          <p:nvPr/>
        </p:nvSpPr>
        <p:spPr>
          <a:xfrm>
            <a:off x="6476301" y="3537183"/>
            <a:ext cx="1139194" cy="1124684"/>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200"/>
          </a:p>
        </p:txBody>
      </p:sp>
      <p:sp>
        <p:nvSpPr>
          <p:cNvPr id="39" name="Oval 38"/>
          <p:cNvSpPr/>
          <p:nvPr/>
        </p:nvSpPr>
        <p:spPr>
          <a:xfrm>
            <a:off x="6468969" y="3547076"/>
            <a:ext cx="1169805" cy="11561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40" name="Oval 39"/>
          <p:cNvSpPr/>
          <p:nvPr/>
        </p:nvSpPr>
        <p:spPr>
          <a:xfrm>
            <a:off x="6462500" y="3549304"/>
            <a:ext cx="1169805" cy="1156194"/>
          </a:xfrm>
          <a:prstGeom prst="ellipse">
            <a:avLst/>
          </a:prstGeom>
          <a:solidFill>
            <a:schemeClr val="accent1">
              <a:alpha val="37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sz="1170"/>
          </a:p>
        </p:txBody>
      </p:sp>
      <p:sp>
        <p:nvSpPr>
          <p:cNvPr id="41" name="Rectangle 40"/>
          <p:cNvSpPr/>
          <p:nvPr/>
        </p:nvSpPr>
        <p:spPr>
          <a:xfrm>
            <a:off x="4256193" y="4594030"/>
            <a:ext cx="1139194" cy="1124684"/>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200"/>
          </a:p>
        </p:txBody>
      </p:sp>
      <p:sp>
        <p:nvSpPr>
          <p:cNvPr id="42" name="Rectangle 41"/>
          <p:cNvSpPr/>
          <p:nvPr/>
        </p:nvSpPr>
        <p:spPr>
          <a:xfrm>
            <a:off x="3149710" y="4593490"/>
            <a:ext cx="1139194" cy="1124684"/>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200"/>
          </a:p>
        </p:txBody>
      </p:sp>
      <p:sp>
        <p:nvSpPr>
          <p:cNvPr id="43" name="Rectangle 42"/>
          <p:cNvSpPr/>
          <p:nvPr/>
        </p:nvSpPr>
        <p:spPr>
          <a:xfrm>
            <a:off x="2047696" y="4594024"/>
            <a:ext cx="1139194" cy="1124684"/>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200"/>
          </a:p>
        </p:txBody>
      </p:sp>
      <p:sp>
        <p:nvSpPr>
          <p:cNvPr id="44" name="Rectangle 43"/>
          <p:cNvSpPr/>
          <p:nvPr/>
        </p:nvSpPr>
        <p:spPr>
          <a:xfrm>
            <a:off x="8896609" y="2912930"/>
            <a:ext cx="240279" cy="254045"/>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200"/>
          </a:p>
        </p:txBody>
      </p:sp>
    </p:spTree>
    <p:extLst>
      <p:ext uri="{BB962C8B-B14F-4D97-AF65-F5344CB8AC3E}">
        <p14:creationId xmlns:p14="http://schemas.microsoft.com/office/powerpoint/2010/main" val="3547611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p:cTn id="14" dur="500" fill="hold"/>
                                        <p:tgtEl>
                                          <p:spTgt spid="21"/>
                                        </p:tgtEl>
                                        <p:attrNameLst>
                                          <p:attrName>ppt_w</p:attrName>
                                        </p:attrNameLst>
                                      </p:cBhvr>
                                      <p:tavLst>
                                        <p:tav tm="0">
                                          <p:val>
                                            <p:fltVal val="0"/>
                                          </p:val>
                                        </p:tav>
                                        <p:tav tm="100000">
                                          <p:val>
                                            <p:strVal val="#ppt_w"/>
                                          </p:val>
                                        </p:tav>
                                      </p:tavLst>
                                    </p:anim>
                                    <p:anim calcmode="lin" valueType="num">
                                      <p:cBhvr>
                                        <p:cTn id="15" dur="500" fill="hold"/>
                                        <p:tgtEl>
                                          <p:spTgt spid="21"/>
                                        </p:tgtEl>
                                        <p:attrNameLst>
                                          <p:attrName>ppt_h</p:attrName>
                                        </p:attrNameLst>
                                      </p:cBhvr>
                                      <p:tavLst>
                                        <p:tav tm="0">
                                          <p:val>
                                            <p:fltVal val="0"/>
                                          </p:val>
                                        </p:tav>
                                        <p:tav tm="100000">
                                          <p:val>
                                            <p:strVal val="#ppt_h"/>
                                          </p:val>
                                        </p:tav>
                                      </p:tavLst>
                                    </p:anim>
                                    <p:animEffect transition="in" filter="fade">
                                      <p:cBhvr>
                                        <p:cTn id="16" dur="500"/>
                                        <p:tgtEl>
                                          <p:spTgt spid="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500" fill="hold"/>
                                        <p:tgtEl>
                                          <p:spTgt spid="13"/>
                                        </p:tgtEl>
                                        <p:attrNameLst>
                                          <p:attrName>ppt_w</p:attrName>
                                        </p:attrNameLst>
                                      </p:cBhvr>
                                      <p:tavLst>
                                        <p:tav tm="0">
                                          <p:val>
                                            <p:fltVal val="0"/>
                                          </p:val>
                                        </p:tav>
                                        <p:tav tm="100000">
                                          <p:val>
                                            <p:strVal val="#ppt_w"/>
                                          </p:val>
                                        </p:tav>
                                      </p:tavLst>
                                    </p:anim>
                                    <p:anim calcmode="lin" valueType="num">
                                      <p:cBhvr>
                                        <p:cTn id="48" dur="500" fill="hold"/>
                                        <p:tgtEl>
                                          <p:spTgt spid="13"/>
                                        </p:tgtEl>
                                        <p:attrNameLst>
                                          <p:attrName>ppt_h</p:attrName>
                                        </p:attrNameLst>
                                      </p:cBhvr>
                                      <p:tavLst>
                                        <p:tav tm="0">
                                          <p:val>
                                            <p:fltVal val="0"/>
                                          </p:val>
                                        </p:tav>
                                        <p:tav tm="100000">
                                          <p:val>
                                            <p:strVal val="#ppt_h"/>
                                          </p:val>
                                        </p:tav>
                                      </p:tavLst>
                                    </p:anim>
                                    <p:animEffect transition="in" filter="fade">
                                      <p:cBhvr>
                                        <p:cTn id="49" dur="500"/>
                                        <p:tgtEl>
                                          <p:spTgt spid="13"/>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p:cTn id="52" dur="500" fill="hold"/>
                                        <p:tgtEl>
                                          <p:spTgt spid="14"/>
                                        </p:tgtEl>
                                        <p:attrNameLst>
                                          <p:attrName>ppt_w</p:attrName>
                                        </p:attrNameLst>
                                      </p:cBhvr>
                                      <p:tavLst>
                                        <p:tav tm="0">
                                          <p:val>
                                            <p:fltVal val="0"/>
                                          </p:val>
                                        </p:tav>
                                        <p:tav tm="100000">
                                          <p:val>
                                            <p:strVal val="#ppt_w"/>
                                          </p:val>
                                        </p:tav>
                                      </p:tavLst>
                                    </p:anim>
                                    <p:anim calcmode="lin" valueType="num">
                                      <p:cBhvr>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p:cTn id="57" dur="500" fill="hold"/>
                                        <p:tgtEl>
                                          <p:spTgt spid="15"/>
                                        </p:tgtEl>
                                        <p:attrNameLst>
                                          <p:attrName>ppt_w</p:attrName>
                                        </p:attrNameLst>
                                      </p:cBhvr>
                                      <p:tavLst>
                                        <p:tav tm="0">
                                          <p:val>
                                            <p:fltVal val="0"/>
                                          </p:val>
                                        </p:tav>
                                        <p:tav tm="100000">
                                          <p:val>
                                            <p:strVal val="#ppt_w"/>
                                          </p:val>
                                        </p:tav>
                                      </p:tavLst>
                                    </p:anim>
                                    <p:anim calcmode="lin" valueType="num">
                                      <p:cBhvr>
                                        <p:cTn id="58" dur="500" fill="hold"/>
                                        <p:tgtEl>
                                          <p:spTgt spid="15"/>
                                        </p:tgtEl>
                                        <p:attrNameLst>
                                          <p:attrName>ppt_h</p:attrName>
                                        </p:attrNameLst>
                                      </p:cBhvr>
                                      <p:tavLst>
                                        <p:tav tm="0">
                                          <p:val>
                                            <p:fltVal val="0"/>
                                          </p:val>
                                        </p:tav>
                                        <p:tav tm="100000">
                                          <p:val>
                                            <p:strVal val="#ppt_h"/>
                                          </p:val>
                                        </p:tav>
                                      </p:tavLst>
                                    </p:anim>
                                    <p:animEffect transition="in" filter="fade">
                                      <p:cBhvr>
                                        <p:cTn id="59" dur="500"/>
                                        <p:tgtEl>
                                          <p:spTgt spid="15"/>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p:cTn id="62" dur="500" fill="hold"/>
                                        <p:tgtEl>
                                          <p:spTgt spid="16"/>
                                        </p:tgtEl>
                                        <p:attrNameLst>
                                          <p:attrName>ppt_w</p:attrName>
                                        </p:attrNameLst>
                                      </p:cBhvr>
                                      <p:tavLst>
                                        <p:tav tm="0">
                                          <p:val>
                                            <p:fltVal val="0"/>
                                          </p:val>
                                        </p:tav>
                                        <p:tav tm="100000">
                                          <p:val>
                                            <p:strVal val="#ppt_w"/>
                                          </p:val>
                                        </p:tav>
                                      </p:tavLst>
                                    </p:anim>
                                    <p:anim calcmode="lin" valueType="num">
                                      <p:cBhvr>
                                        <p:cTn id="63" dur="500" fill="hold"/>
                                        <p:tgtEl>
                                          <p:spTgt spid="16"/>
                                        </p:tgtEl>
                                        <p:attrNameLst>
                                          <p:attrName>ppt_h</p:attrName>
                                        </p:attrNameLst>
                                      </p:cBhvr>
                                      <p:tavLst>
                                        <p:tav tm="0">
                                          <p:val>
                                            <p:fltVal val="0"/>
                                          </p:val>
                                        </p:tav>
                                        <p:tav tm="100000">
                                          <p:val>
                                            <p:strVal val="#ppt_h"/>
                                          </p:val>
                                        </p:tav>
                                      </p:tavLst>
                                    </p:anim>
                                    <p:animEffect transition="in" filter="fade">
                                      <p:cBhvr>
                                        <p:cTn id="64" dur="500"/>
                                        <p:tgtEl>
                                          <p:spTgt spid="16"/>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ppt_w</p:attrName>
                                        </p:attrNameLst>
                                      </p:cBhvr>
                                      <p:tavLst>
                                        <p:tav tm="0">
                                          <p:val>
                                            <p:fltVal val="0"/>
                                          </p:val>
                                        </p:tav>
                                        <p:tav tm="100000">
                                          <p:val>
                                            <p:strVal val="#ppt_w"/>
                                          </p:val>
                                        </p:tav>
                                      </p:tavLst>
                                    </p:anim>
                                    <p:anim calcmode="lin" valueType="num">
                                      <p:cBhvr>
                                        <p:cTn id="68" dur="500" fill="hold"/>
                                        <p:tgtEl>
                                          <p:spTgt spid="17"/>
                                        </p:tgtEl>
                                        <p:attrNameLst>
                                          <p:attrName>ppt_h</p:attrName>
                                        </p:attrNameLst>
                                      </p:cBhvr>
                                      <p:tavLst>
                                        <p:tav tm="0">
                                          <p:val>
                                            <p:fltVal val="0"/>
                                          </p:val>
                                        </p:tav>
                                        <p:tav tm="100000">
                                          <p:val>
                                            <p:strVal val="#ppt_h"/>
                                          </p:val>
                                        </p:tav>
                                      </p:tavLst>
                                    </p:anim>
                                    <p:animEffect transition="in" filter="fade">
                                      <p:cBhvr>
                                        <p:cTn id="69" dur="500"/>
                                        <p:tgtEl>
                                          <p:spTgt spid="17"/>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p:cTn id="72" dur="500" fill="hold"/>
                                        <p:tgtEl>
                                          <p:spTgt spid="18"/>
                                        </p:tgtEl>
                                        <p:attrNameLst>
                                          <p:attrName>ppt_w</p:attrName>
                                        </p:attrNameLst>
                                      </p:cBhvr>
                                      <p:tavLst>
                                        <p:tav tm="0">
                                          <p:val>
                                            <p:fltVal val="0"/>
                                          </p:val>
                                        </p:tav>
                                        <p:tav tm="100000">
                                          <p:val>
                                            <p:strVal val="#ppt_w"/>
                                          </p:val>
                                        </p:tav>
                                      </p:tavLst>
                                    </p:anim>
                                    <p:anim calcmode="lin" valueType="num">
                                      <p:cBhvr>
                                        <p:cTn id="73" dur="500" fill="hold"/>
                                        <p:tgtEl>
                                          <p:spTgt spid="18"/>
                                        </p:tgtEl>
                                        <p:attrNameLst>
                                          <p:attrName>ppt_h</p:attrName>
                                        </p:attrNameLst>
                                      </p:cBhvr>
                                      <p:tavLst>
                                        <p:tav tm="0">
                                          <p:val>
                                            <p:fltVal val="0"/>
                                          </p:val>
                                        </p:tav>
                                        <p:tav tm="100000">
                                          <p:val>
                                            <p:strVal val="#ppt_h"/>
                                          </p:val>
                                        </p:tav>
                                      </p:tavLst>
                                    </p:anim>
                                    <p:animEffect transition="in" filter="fade">
                                      <p:cBhvr>
                                        <p:cTn id="74" dur="500"/>
                                        <p:tgtEl>
                                          <p:spTgt spid="18"/>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p:cTn id="77" dur="500" fill="hold"/>
                                        <p:tgtEl>
                                          <p:spTgt spid="19"/>
                                        </p:tgtEl>
                                        <p:attrNameLst>
                                          <p:attrName>ppt_w</p:attrName>
                                        </p:attrNameLst>
                                      </p:cBhvr>
                                      <p:tavLst>
                                        <p:tav tm="0">
                                          <p:val>
                                            <p:fltVal val="0"/>
                                          </p:val>
                                        </p:tav>
                                        <p:tav tm="100000">
                                          <p:val>
                                            <p:strVal val="#ppt_w"/>
                                          </p:val>
                                        </p:tav>
                                      </p:tavLst>
                                    </p:anim>
                                    <p:anim calcmode="lin" valueType="num">
                                      <p:cBhvr>
                                        <p:cTn id="78" dur="500" fill="hold"/>
                                        <p:tgtEl>
                                          <p:spTgt spid="19"/>
                                        </p:tgtEl>
                                        <p:attrNameLst>
                                          <p:attrName>ppt_h</p:attrName>
                                        </p:attrNameLst>
                                      </p:cBhvr>
                                      <p:tavLst>
                                        <p:tav tm="0">
                                          <p:val>
                                            <p:fltVal val="0"/>
                                          </p:val>
                                        </p:tav>
                                        <p:tav tm="100000">
                                          <p:val>
                                            <p:strVal val="#ppt_h"/>
                                          </p:val>
                                        </p:tav>
                                      </p:tavLst>
                                    </p:anim>
                                    <p:animEffect transition="in" filter="fade">
                                      <p:cBhvr>
                                        <p:cTn id="79" dur="500"/>
                                        <p:tgtEl>
                                          <p:spTgt spid="19"/>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 calcmode="lin" valueType="num">
                                      <p:cBhvr>
                                        <p:cTn id="82" dur="500" fill="hold"/>
                                        <p:tgtEl>
                                          <p:spTgt spid="20"/>
                                        </p:tgtEl>
                                        <p:attrNameLst>
                                          <p:attrName>ppt_w</p:attrName>
                                        </p:attrNameLst>
                                      </p:cBhvr>
                                      <p:tavLst>
                                        <p:tav tm="0">
                                          <p:val>
                                            <p:fltVal val="0"/>
                                          </p:val>
                                        </p:tav>
                                        <p:tav tm="100000">
                                          <p:val>
                                            <p:strVal val="#ppt_w"/>
                                          </p:val>
                                        </p:tav>
                                      </p:tavLst>
                                    </p:anim>
                                    <p:anim calcmode="lin" valueType="num">
                                      <p:cBhvr>
                                        <p:cTn id="83" dur="500" fill="hold"/>
                                        <p:tgtEl>
                                          <p:spTgt spid="20"/>
                                        </p:tgtEl>
                                        <p:attrNameLst>
                                          <p:attrName>ppt_h</p:attrName>
                                        </p:attrNameLst>
                                      </p:cBhvr>
                                      <p:tavLst>
                                        <p:tav tm="0">
                                          <p:val>
                                            <p:fltVal val="0"/>
                                          </p:val>
                                        </p:tav>
                                        <p:tav tm="100000">
                                          <p:val>
                                            <p:strVal val="#ppt_h"/>
                                          </p:val>
                                        </p:tav>
                                      </p:tavLst>
                                    </p:anim>
                                    <p:animEffect transition="in" filter="fade">
                                      <p:cBhvr>
                                        <p:cTn id="84" dur="500"/>
                                        <p:tgtEl>
                                          <p:spTgt spid="2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500"/>
                                        <p:tgtEl>
                                          <p:spTgt spid="34"/>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grpId="0" nodeType="clickEffect">
                                  <p:stCondLst>
                                    <p:cond delay="0"/>
                                  </p:stCondLst>
                                  <p:childTnLst>
                                    <p:set>
                                      <p:cBhvr>
                                        <p:cTn id="91" dur="1" fill="hold">
                                          <p:stCondLst>
                                            <p:cond delay="0"/>
                                          </p:stCondLst>
                                        </p:cTn>
                                        <p:tgtEl>
                                          <p:spTgt spid="36"/>
                                        </p:tgtEl>
                                        <p:attrNameLst>
                                          <p:attrName>style.visibility</p:attrName>
                                        </p:attrNameLst>
                                      </p:cBhvr>
                                      <p:to>
                                        <p:strVal val="visible"/>
                                      </p:to>
                                    </p:set>
                                    <p:anim calcmode="lin" valueType="num">
                                      <p:cBhvr>
                                        <p:cTn id="92" dur="500" fill="hold"/>
                                        <p:tgtEl>
                                          <p:spTgt spid="36"/>
                                        </p:tgtEl>
                                        <p:attrNameLst>
                                          <p:attrName>ppt_w</p:attrName>
                                        </p:attrNameLst>
                                      </p:cBhvr>
                                      <p:tavLst>
                                        <p:tav tm="0">
                                          <p:val>
                                            <p:fltVal val="0"/>
                                          </p:val>
                                        </p:tav>
                                        <p:tav tm="100000">
                                          <p:val>
                                            <p:strVal val="#ppt_w"/>
                                          </p:val>
                                        </p:tav>
                                      </p:tavLst>
                                    </p:anim>
                                    <p:anim calcmode="lin" valueType="num">
                                      <p:cBhvr>
                                        <p:cTn id="93" dur="500" fill="hold"/>
                                        <p:tgtEl>
                                          <p:spTgt spid="36"/>
                                        </p:tgtEl>
                                        <p:attrNameLst>
                                          <p:attrName>ppt_h</p:attrName>
                                        </p:attrNameLst>
                                      </p:cBhvr>
                                      <p:tavLst>
                                        <p:tav tm="0">
                                          <p:val>
                                            <p:fltVal val="0"/>
                                          </p:val>
                                        </p:tav>
                                        <p:tav tm="100000">
                                          <p:val>
                                            <p:strVal val="#ppt_h"/>
                                          </p:val>
                                        </p:tav>
                                      </p:tavLst>
                                    </p:anim>
                                    <p:animEffect transition="in" filter="fade">
                                      <p:cBhvr>
                                        <p:cTn id="94" dur="500"/>
                                        <p:tgtEl>
                                          <p:spTgt spid="36"/>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37"/>
                                        </p:tgtEl>
                                        <p:attrNameLst>
                                          <p:attrName>style.visibility</p:attrName>
                                        </p:attrNameLst>
                                      </p:cBhvr>
                                      <p:to>
                                        <p:strVal val="visible"/>
                                      </p:to>
                                    </p:set>
                                    <p:anim calcmode="lin" valueType="num">
                                      <p:cBhvr>
                                        <p:cTn id="97" dur="500" fill="hold"/>
                                        <p:tgtEl>
                                          <p:spTgt spid="37"/>
                                        </p:tgtEl>
                                        <p:attrNameLst>
                                          <p:attrName>ppt_w</p:attrName>
                                        </p:attrNameLst>
                                      </p:cBhvr>
                                      <p:tavLst>
                                        <p:tav tm="0">
                                          <p:val>
                                            <p:fltVal val="0"/>
                                          </p:val>
                                        </p:tav>
                                        <p:tav tm="100000">
                                          <p:val>
                                            <p:strVal val="#ppt_w"/>
                                          </p:val>
                                        </p:tav>
                                      </p:tavLst>
                                    </p:anim>
                                    <p:anim calcmode="lin" valueType="num">
                                      <p:cBhvr>
                                        <p:cTn id="98" dur="500" fill="hold"/>
                                        <p:tgtEl>
                                          <p:spTgt spid="37"/>
                                        </p:tgtEl>
                                        <p:attrNameLst>
                                          <p:attrName>ppt_h</p:attrName>
                                        </p:attrNameLst>
                                      </p:cBhvr>
                                      <p:tavLst>
                                        <p:tav tm="0">
                                          <p:val>
                                            <p:fltVal val="0"/>
                                          </p:val>
                                        </p:tav>
                                        <p:tav tm="100000">
                                          <p:val>
                                            <p:strVal val="#ppt_h"/>
                                          </p:val>
                                        </p:tav>
                                      </p:tavLst>
                                    </p:anim>
                                    <p:animEffect transition="in" filter="fade">
                                      <p:cBhvr>
                                        <p:cTn id="99" dur="500"/>
                                        <p:tgtEl>
                                          <p:spTgt spid="37"/>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38"/>
                                        </p:tgtEl>
                                        <p:attrNameLst>
                                          <p:attrName>style.visibility</p:attrName>
                                        </p:attrNameLst>
                                      </p:cBhvr>
                                      <p:to>
                                        <p:strVal val="visible"/>
                                      </p:to>
                                    </p:set>
                                    <p:anim calcmode="lin" valueType="num">
                                      <p:cBhvr>
                                        <p:cTn id="102" dur="500" fill="hold"/>
                                        <p:tgtEl>
                                          <p:spTgt spid="38"/>
                                        </p:tgtEl>
                                        <p:attrNameLst>
                                          <p:attrName>ppt_w</p:attrName>
                                        </p:attrNameLst>
                                      </p:cBhvr>
                                      <p:tavLst>
                                        <p:tav tm="0">
                                          <p:val>
                                            <p:fltVal val="0"/>
                                          </p:val>
                                        </p:tav>
                                        <p:tav tm="100000">
                                          <p:val>
                                            <p:strVal val="#ppt_w"/>
                                          </p:val>
                                        </p:tav>
                                      </p:tavLst>
                                    </p:anim>
                                    <p:anim calcmode="lin" valueType="num">
                                      <p:cBhvr>
                                        <p:cTn id="103" dur="500" fill="hold"/>
                                        <p:tgtEl>
                                          <p:spTgt spid="38"/>
                                        </p:tgtEl>
                                        <p:attrNameLst>
                                          <p:attrName>ppt_h</p:attrName>
                                        </p:attrNameLst>
                                      </p:cBhvr>
                                      <p:tavLst>
                                        <p:tav tm="0">
                                          <p:val>
                                            <p:fltVal val="0"/>
                                          </p:val>
                                        </p:tav>
                                        <p:tav tm="100000">
                                          <p:val>
                                            <p:strVal val="#ppt_h"/>
                                          </p:val>
                                        </p:tav>
                                      </p:tavLst>
                                    </p:anim>
                                    <p:animEffect transition="in" filter="fade">
                                      <p:cBhvr>
                                        <p:cTn id="104" dur="500"/>
                                        <p:tgtEl>
                                          <p:spTgt spid="38"/>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43"/>
                                        </p:tgtEl>
                                        <p:attrNameLst>
                                          <p:attrName>style.visibility</p:attrName>
                                        </p:attrNameLst>
                                      </p:cBhvr>
                                      <p:to>
                                        <p:strVal val="visible"/>
                                      </p:to>
                                    </p:set>
                                    <p:anim calcmode="lin" valueType="num">
                                      <p:cBhvr>
                                        <p:cTn id="107" dur="500" fill="hold"/>
                                        <p:tgtEl>
                                          <p:spTgt spid="43"/>
                                        </p:tgtEl>
                                        <p:attrNameLst>
                                          <p:attrName>ppt_w</p:attrName>
                                        </p:attrNameLst>
                                      </p:cBhvr>
                                      <p:tavLst>
                                        <p:tav tm="0">
                                          <p:val>
                                            <p:fltVal val="0"/>
                                          </p:val>
                                        </p:tav>
                                        <p:tav tm="100000">
                                          <p:val>
                                            <p:strVal val="#ppt_w"/>
                                          </p:val>
                                        </p:tav>
                                      </p:tavLst>
                                    </p:anim>
                                    <p:anim calcmode="lin" valueType="num">
                                      <p:cBhvr>
                                        <p:cTn id="108" dur="500" fill="hold"/>
                                        <p:tgtEl>
                                          <p:spTgt spid="43"/>
                                        </p:tgtEl>
                                        <p:attrNameLst>
                                          <p:attrName>ppt_h</p:attrName>
                                        </p:attrNameLst>
                                      </p:cBhvr>
                                      <p:tavLst>
                                        <p:tav tm="0">
                                          <p:val>
                                            <p:fltVal val="0"/>
                                          </p:val>
                                        </p:tav>
                                        <p:tav tm="100000">
                                          <p:val>
                                            <p:strVal val="#ppt_h"/>
                                          </p:val>
                                        </p:tav>
                                      </p:tavLst>
                                    </p:anim>
                                    <p:animEffect transition="in" filter="fade">
                                      <p:cBhvr>
                                        <p:cTn id="109" dur="500"/>
                                        <p:tgtEl>
                                          <p:spTgt spid="43"/>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42"/>
                                        </p:tgtEl>
                                        <p:attrNameLst>
                                          <p:attrName>style.visibility</p:attrName>
                                        </p:attrNameLst>
                                      </p:cBhvr>
                                      <p:to>
                                        <p:strVal val="visible"/>
                                      </p:to>
                                    </p:set>
                                    <p:anim calcmode="lin" valueType="num">
                                      <p:cBhvr>
                                        <p:cTn id="112" dur="500" fill="hold"/>
                                        <p:tgtEl>
                                          <p:spTgt spid="42"/>
                                        </p:tgtEl>
                                        <p:attrNameLst>
                                          <p:attrName>ppt_w</p:attrName>
                                        </p:attrNameLst>
                                      </p:cBhvr>
                                      <p:tavLst>
                                        <p:tav tm="0">
                                          <p:val>
                                            <p:fltVal val="0"/>
                                          </p:val>
                                        </p:tav>
                                        <p:tav tm="100000">
                                          <p:val>
                                            <p:strVal val="#ppt_w"/>
                                          </p:val>
                                        </p:tav>
                                      </p:tavLst>
                                    </p:anim>
                                    <p:anim calcmode="lin" valueType="num">
                                      <p:cBhvr>
                                        <p:cTn id="113" dur="500" fill="hold"/>
                                        <p:tgtEl>
                                          <p:spTgt spid="42"/>
                                        </p:tgtEl>
                                        <p:attrNameLst>
                                          <p:attrName>ppt_h</p:attrName>
                                        </p:attrNameLst>
                                      </p:cBhvr>
                                      <p:tavLst>
                                        <p:tav tm="0">
                                          <p:val>
                                            <p:fltVal val="0"/>
                                          </p:val>
                                        </p:tav>
                                        <p:tav tm="100000">
                                          <p:val>
                                            <p:strVal val="#ppt_h"/>
                                          </p:val>
                                        </p:tav>
                                      </p:tavLst>
                                    </p:anim>
                                    <p:animEffect transition="in" filter="fade">
                                      <p:cBhvr>
                                        <p:cTn id="114" dur="500"/>
                                        <p:tgtEl>
                                          <p:spTgt spid="42"/>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41"/>
                                        </p:tgtEl>
                                        <p:attrNameLst>
                                          <p:attrName>style.visibility</p:attrName>
                                        </p:attrNameLst>
                                      </p:cBhvr>
                                      <p:to>
                                        <p:strVal val="visible"/>
                                      </p:to>
                                    </p:set>
                                    <p:anim calcmode="lin" valueType="num">
                                      <p:cBhvr>
                                        <p:cTn id="117" dur="500" fill="hold"/>
                                        <p:tgtEl>
                                          <p:spTgt spid="41"/>
                                        </p:tgtEl>
                                        <p:attrNameLst>
                                          <p:attrName>ppt_w</p:attrName>
                                        </p:attrNameLst>
                                      </p:cBhvr>
                                      <p:tavLst>
                                        <p:tav tm="0">
                                          <p:val>
                                            <p:fltVal val="0"/>
                                          </p:val>
                                        </p:tav>
                                        <p:tav tm="100000">
                                          <p:val>
                                            <p:strVal val="#ppt_w"/>
                                          </p:val>
                                        </p:tav>
                                      </p:tavLst>
                                    </p:anim>
                                    <p:anim calcmode="lin" valueType="num">
                                      <p:cBhvr>
                                        <p:cTn id="118" dur="500" fill="hold"/>
                                        <p:tgtEl>
                                          <p:spTgt spid="41"/>
                                        </p:tgtEl>
                                        <p:attrNameLst>
                                          <p:attrName>ppt_h</p:attrName>
                                        </p:attrNameLst>
                                      </p:cBhvr>
                                      <p:tavLst>
                                        <p:tav tm="0">
                                          <p:val>
                                            <p:fltVal val="0"/>
                                          </p:val>
                                        </p:tav>
                                        <p:tav tm="100000">
                                          <p:val>
                                            <p:strVal val="#ppt_h"/>
                                          </p:val>
                                        </p:tav>
                                      </p:tavLst>
                                    </p:anim>
                                    <p:animEffect transition="in" filter="fade">
                                      <p:cBhvr>
                                        <p:cTn id="119" dur="500"/>
                                        <p:tgtEl>
                                          <p:spTgt spid="41"/>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44"/>
                                        </p:tgtEl>
                                        <p:attrNameLst>
                                          <p:attrName>style.visibility</p:attrName>
                                        </p:attrNameLst>
                                      </p:cBhvr>
                                      <p:to>
                                        <p:strVal val="visible"/>
                                      </p:to>
                                    </p:set>
                                    <p:anim calcmode="lin" valueType="num">
                                      <p:cBhvr>
                                        <p:cTn id="122" dur="500" fill="hold"/>
                                        <p:tgtEl>
                                          <p:spTgt spid="44"/>
                                        </p:tgtEl>
                                        <p:attrNameLst>
                                          <p:attrName>ppt_w</p:attrName>
                                        </p:attrNameLst>
                                      </p:cBhvr>
                                      <p:tavLst>
                                        <p:tav tm="0">
                                          <p:val>
                                            <p:fltVal val="0"/>
                                          </p:val>
                                        </p:tav>
                                        <p:tav tm="100000">
                                          <p:val>
                                            <p:strVal val="#ppt_w"/>
                                          </p:val>
                                        </p:tav>
                                      </p:tavLst>
                                    </p:anim>
                                    <p:anim calcmode="lin" valueType="num">
                                      <p:cBhvr>
                                        <p:cTn id="123" dur="500" fill="hold"/>
                                        <p:tgtEl>
                                          <p:spTgt spid="44"/>
                                        </p:tgtEl>
                                        <p:attrNameLst>
                                          <p:attrName>ppt_h</p:attrName>
                                        </p:attrNameLst>
                                      </p:cBhvr>
                                      <p:tavLst>
                                        <p:tav tm="0">
                                          <p:val>
                                            <p:fltVal val="0"/>
                                          </p:val>
                                        </p:tav>
                                        <p:tav tm="100000">
                                          <p:val>
                                            <p:strVal val="#ppt_h"/>
                                          </p:val>
                                        </p:tav>
                                      </p:tavLst>
                                    </p:anim>
                                    <p:animEffect transition="in" filter="fade">
                                      <p:cBhvr>
                                        <p:cTn id="124" dur="500"/>
                                        <p:tgtEl>
                                          <p:spTgt spid="44"/>
                                        </p:tgtEl>
                                      </p:cBhvr>
                                    </p:animEffect>
                                  </p:childTnLst>
                                </p:cTn>
                              </p:par>
                            </p:childTnLst>
                          </p:cTn>
                        </p:par>
                      </p:childTnLst>
                    </p:cTn>
                  </p:par>
                  <p:par>
                    <p:cTn id="125" fill="hold">
                      <p:stCondLst>
                        <p:cond delay="indefinite"/>
                      </p:stCondLst>
                      <p:childTnLst>
                        <p:par>
                          <p:cTn id="126" fill="hold">
                            <p:stCondLst>
                              <p:cond delay="0"/>
                            </p:stCondLst>
                            <p:childTnLst>
                              <p:par>
                                <p:cTn id="127" presetID="53" presetClass="entr" presetSubtype="16" fill="hold" grpId="0" nodeType="clickEffect">
                                  <p:stCondLst>
                                    <p:cond delay="0"/>
                                  </p:stCondLst>
                                  <p:childTnLst>
                                    <p:set>
                                      <p:cBhvr>
                                        <p:cTn id="128" dur="1" fill="hold">
                                          <p:stCondLst>
                                            <p:cond delay="0"/>
                                          </p:stCondLst>
                                        </p:cTn>
                                        <p:tgtEl>
                                          <p:spTgt spid="22"/>
                                        </p:tgtEl>
                                        <p:attrNameLst>
                                          <p:attrName>style.visibility</p:attrName>
                                        </p:attrNameLst>
                                      </p:cBhvr>
                                      <p:to>
                                        <p:strVal val="visible"/>
                                      </p:to>
                                    </p:set>
                                    <p:anim calcmode="lin" valueType="num">
                                      <p:cBhvr>
                                        <p:cTn id="129" dur="500" fill="hold"/>
                                        <p:tgtEl>
                                          <p:spTgt spid="22"/>
                                        </p:tgtEl>
                                        <p:attrNameLst>
                                          <p:attrName>ppt_w</p:attrName>
                                        </p:attrNameLst>
                                      </p:cBhvr>
                                      <p:tavLst>
                                        <p:tav tm="0">
                                          <p:val>
                                            <p:fltVal val="0"/>
                                          </p:val>
                                        </p:tav>
                                        <p:tav tm="100000">
                                          <p:val>
                                            <p:strVal val="#ppt_w"/>
                                          </p:val>
                                        </p:tav>
                                      </p:tavLst>
                                    </p:anim>
                                    <p:anim calcmode="lin" valueType="num">
                                      <p:cBhvr>
                                        <p:cTn id="130" dur="500" fill="hold"/>
                                        <p:tgtEl>
                                          <p:spTgt spid="22"/>
                                        </p:tgtEl>
                                        <p:attrNameLst>
                                          <p:attrName>ppt_h</p:attrName>
                                        </p:attrNameLst>
                                      </p:cBhvr>
                                      <p:tavLst>
                                        <p:tav tm="0">
                                          <p:val>
                                            <p:fltVal val="0"/>
                                          </p:val>
                                        </p:tav>
                                        <p:tav tm="100000">
                                          <p:val>
                                            <p:strVal val="#ppt_h"/>
                                          </p:val>
                                        </p:tav>
                                      </p:tavLst>
                                    </p:anim>
                                    <p:animEffect transition="in" filter="fade">
                                      <p:cBhvr>
                                        <p:cTn id="131" dur="500"/>
                                        <p:tgtEl>
                                          <p:spTgt spid="22"/>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00"/>
                                        <p:tgtEl>
                                          <p:spTgt spid="35"/>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23"/>
                                        </p:tgtEl>
                                        <p:attrNameLst>
                                          <p:attrName>style.visibility</p:attrName>
                                        </p:attrNameLst>
                                      </p:cBhvr>
                                      <p:to>
                                        <p:strVal val="visible"/>
                                      </p:to>
                                    </p:set>
                                    <p:anim calcmode="lin" valueType="num">
                                      <p:cBhvr>
                                        <p:cTn id="137" dur="500" fill="hold"/>
                                        <p:tgtEl>
                                          <p:spTgt spid="23"/>
                                        </p:tgtEl>
                                        <p:attrNameLst>
                                          <p:attrName>ppt_w</p:attrName>
                                        </p:attrNameLst>
                                      </p:cBhvr>
                                      <p:tavLst>
                                        <p:tav tm="0">
                                          <p:val>
                                            <p:fltVal val="0"/>
                                          </p:val>
                                        </p:tav>
                                        <p:tav tm="100000">
                                          <p:val>
                                            <p:strVal val="#ppt_w"/>
                                          </p:val>
                                        </p:tav>
                                      </p:tavLst>
                                    </p:anim>
                                    <p:anim calcmode="lin" valueType="num">
                                      <p:cBhvr>
                                        <p:cTn id="138" dur="500" fill="hold"/>
                                        <p:tgtEl>
                                          <p:spTgt spid="23"/>
                                        </p:tgtEl>
                                        <p:attrNameLst>
                                          <p:attrName>ppt_h</p:attrName>
                                        </p:attrNameLst>
                                      </p:cBhvr>
                                      <p:tavLst>
                                        <p:tav tm="0">
                                          <p:val>
                                            <p:fltVal val="0"/>
                                          </p:val>
                                        </p:tav>
                                        <p:tav tm="100000">
                                          <p:val>
                                            <p:strVal val="#ppt_h"/>
                                          </p:val>
                                        </p:tav>
                                      </p:tavLst>
                                    </p:anim>
                                    <p:animEffect transition="in" filter="fade">
                                      <p:cBhvr>
                                        <p:cTn id="139" dur="500"/>
                                        <p:tgtEl>
                                          <p:spTgt spid="23"/>
                                        </p:tgtEl>
                                      </p:cBhvr>
                                    </p:animEffect>
                                  </p:childTnLst>
                                </p:cTn>
                              </p:par>
                              <p:par>
                                <p:cTn id="140" presetID="53" presetClass="entr" presetSubtype="16" fill="hold" grpId="0" nodeType="withEffect">
                                  <p:stCondLst>
                                    <p:cond delay="0"/>
                                  </p:stCondLst>
                                  <p:childTnLst>
                                    <p:set>
                                      <p:cBhvr>
                                        <p:cTn id="141" dur="1" fill="hold">
                                          <p:stCondLst>
                                            <p:cond delay="0"/>
                                          </p:stCondLst>
                                        </p:cTn>
                                        <p:tgtEl>
                                          <p:spTgt spid="24"/>
                                        </p:tgtEl>
                                        <p:attrNameLst>
                                          <p:attrName>style.visibility</p:attrName>
                                        </p:attrNameLst>
                                      </p:cBhvr>
                                      <p:to>
                                        <p:strVal val="visible"/>
                                      </p:to>
                                    </p:set>
                                    <p:anim calcmode="lin" valueType="num">
                                      <p:cBhvr>
                                        <p:cTn id="142" dur="500" fill="hold"/>
                                        <p:tgtEl>
                                          <p:spTgt spid="24"/>
                                        </p:tgtEl>
                                        <p:attrNameLst>
                                          <p:attrName>ppt_w</p:attrName>
                                        </p:attrNameLst>
                                      </p:cBhvr>
                                      <p:tavLst>
                                        <p:tav tm="0">
                                          <p:val>
                                            <p:fltVal val="0"/>
                                          </p:val>
                                        </p:tav>
                                        <p:tav tm="100000">
                                          <p:val>
                                            <p:strVal val="#ppt_w"/>
                                          </p:val>
                                        </p:tav>
                                      </p:tavLst>
                                    </p:anim>
                                    <p:anim calcmode="lin" valueType="num">
                                      <p:cBhvr>
                                        <p:cTn id="143" dur="500" fill="hold"/>
                                        <p:tgtEl>
                                          <p:spTgt spid="24"/>
                                        </p:tgtEl>
                                        <p:attrNameLst>
                                          <p:attrName>ppt_h</p:attrName>
                                        </p:attrNameLst>
                                      </p:cBhvr>
                                      <p:tavLst>
                                        <p:tav tm="0">
                                          <p:val>
                                            <p:fltVal val="0"/>
                                          </p:val>
                                        </p:tav>
                                        <p:tav tm="100000">
                                          <p:val>
                                            <p:strVal val="#ppt_h"/>
                                          </p:val>
                                        </p:tav>
                                      </p:tavLst>
                                    </p:anim>
                                    <p:animEffect transition="in" filter="fade">
                                      <p:cBhvr>
                                        <p:cTn id="144" dur="500"/>
                                        <p:tgtEl>
                                          <p:spTgt spid="24"/>
                                        </p:tgtEl>
                                      </p:cBhvr>
                                    </p:animEffect>
                                  </p:childTnLst>
                                </p:cTn>
                              </p:par>
                              <p:par>
                                <p:cTn id="145" presetID="53" presetClass="entr" presetSubtype="16" fill="hold" grpId="0" nodeType="withEffect">
                                  <p:stCondLst>
                                    <p:cond delay="0"/>
                                  </p:stCondLst>
                                  <p:childTnLst>
                                    <p:set>
                                      <p:cBhvr>
                                        <p:cTn id="146" dur="1" fill="hold">
                                          <p:stCondLst>
                                            <p:cond delay="0"/>
                                          </p:stCondLst>
                                        </p:cTn>
                                        <p:tgtEl>
                                          <p:spTgt spid="25"/>
                                        </p:tgtEl>
                                        <p:attrNameLst>
                                          <p:attrName>style.visibility</p:attrName>
                                        </p:attrNameLst>
                                      </p:cBhvr>
                                      <p:to>
                                        <p:strVal val="visible"/>
                                      </p:to>
                                    </p:set>
                                    <p:anim calcmode="lin" valueType="num">
                                      <p:cBhvr>
                                        <p:cTn id="147" dur="500" fill="hold"/>
                                        <p:tgtEl>
                                          <p:spTgt spid="25"/>
                                        </p:tgtEl>
                                        <p:attrNameLst>
                                          <p:attrName>ppt_w</p:attrName>
                                        </p:attrNameLst>
                                      </p:cBhvr>
                                      <p:tavLst>
                                        <p:tav tm="0">
                                          <p:val>
                                            <p:fltVal val="0"/>
                                          </p:val>
                                        </p:tav>
                                        <p:tav tm="100000">
                                          <p:val>
                                            <p:strVal val="#ppt_w"/>
                                          </p:val>
                                        </p:tav>
                                      </p:tavLst>
                                    </p:anim>
                                    <p:anim calcmode="lin" valueType="num">
                                      <p:cBhvr>
                                        <p:cTn id="148" dur="500" fill="hold"/>
                                        <p:tgtEl>
                                          <p:spTgt spid="25"/>
                                        </p:tgtEl>
                                        <p:attrNameLst>
                                          <p:attrName>ppt_h</p:attrName>
                                        </p:attrNameLst>
                                      </p:cBhvr>
                                      <p:tavLst>
                                        <p:tav tm="0">
                                          <p:val>
                                            <p:fltVal val="0"/>
                                          </p:val>
                                        </p:tav>
                                        <p:tav tm="100000">
                                          <p:val>
                                            <p:strVal val="#ppt_h"/>
                                          </p:val>
                                        </p:tav>
                                      </p:tavLst>
                                    </p:anim>
                                    <p:animEffect transition="in" filter="fade">
                                      <p:cBhvr>
                                        <p:cTn id="149" dur="500"/>
                                        <p:tgtEl>
                                          <p:spTgt spid="25"/>
                                        </p:tgtEl>
                                      </p:cBhvr>
                                    </p:animEffect>
                                  </p:childTnLst>
                                </p:cTn>
                              </p:par>
                              <p:par>
                                <p:cTn id="150" presetID="53" presetClass="entr" presetSubtype="16" fill="hold" grpId="0" nodeType="withEffect">
                                  <p:stCondLst>
                                    <p:cond delay="0"/>
                                  </p:stCondLst>
                                  <p:childTnLst>
                                    <p:set>
                                      <p:cBhvr>
                                        <p:cTn id="151" dur="1" fill="hold">
                                          <p:stCondLst>
                                            <p:cond delay="0"/>
                                          </p:stCondLst>
                                        </p:cTn>
                                        <p:tgtEl>
                                          <p:spTgt spid="26"/>
                                        </p:tgtEl>
                                        <p:attrNameLst>
                                          <p:attrName>style.visibility</p:attrName>
                                        </p:attrNameLst>
                                      </p:cBhvr>
                                      <p:to>
                                        <p:strVal val="visible"/>
                                      </p:to>
                                    </p:set>
                                    <p:anim calcmode="lin" valueType="num">
                                      <p:cBhvr>
                                        <p:cTn id="152" dur="500" fill="hold"/>
                                        <p:tgtEl>
                                          <p:spTgt spid="26"/>
                                        </p:tgtEl>
                                        <p:attrNameLst>
                                          <p:attrName>ppt_w</p:attrName>
                                        </p:attrNameLst>
                                      </p:cBhvr>
                                      <p:tavLst>
                                        <p:tav tm="0">
                                          <p:val>
                                            <p:fltVal val="0"/>
                                          </p:val>
                                        </p:tav>
                                        <p:tav tm="100000">
                                          <p:val>
                                            <p:strVal val="#ppt_w"/>
                                          </p:val>
                                        </p:tav>
                                      </p:tavLst>
                                    </p:anim>
                                    <p:anim calcmode="lin" valueType="num">
                                      <p:cBhvr>
                                        <p:cTn id="153" dur="500" fill="hold"/>
                                        <p:tgtEl>
                                          <p:spTgt spid="26"/>
                                        </p:tgtEl>
                                        <p:attrNameLst>
                                          <p:attrName>ppt_h</p:attrName>
                                        </p:attrNameLst>
                                      </p:cBhvr>
                                      <p:tavLst>
                                        <p:tav tm="0">
                                          <p:val>
                                            <p:fltVal val="0"/>
                                          </p:val>
                                        </p:tav>
                                        <p:tav tm="100000">
                                          <p:val>
                                            <p:strVal val="#ppt_h"/>
                                          </p:val>
                                        </p:tav>
                                      </p:tavLst>
                                    </p:anim>
                                    <p:animEffect transition="in" filter="fade">
                                      <p:cBhvr>
                                        <p:cTn id="154" dur="500"/>
                                        <p:tgtEl>
                                          <p:spTgt spid="26"/>
                                        </p:tgtEl>
                                      </p:cBhvr>
                                    </p:animEffect>
                                  </p:childTnLst>
                                </p:cTn>
                              </p:par>
                              <p:par>
                                <p:cTn id="155" presetID="53" presetClass="entr" presetSubtype="16" fill="hold" grpId="0" nodeType="withEffect">
                                  <p:stCondLst>
                                    <p:cond delay="0"/>
                                  </p:stCondLst>
                                  <p:childTnLst>
                                    <p:set>
                                      <p:cBhvr>
                                        <p:cTn id="156" dur="1" fill="hold">
                                          <p:stCondLst>
                                            <p:cond delay="0"/>
                                          </p:stCondLst>
                                        </p:cTn>
                                        <p:tgtEl>
                                          <p:spTgt spid="27"/>
                                        </p:tgtEl>
                                        <p:attrNameLst>
                                          <p:attrName>style.visibility</p:attrName>
                                        </p:attrNameLst>
                                      </p:cBhvr>
                                      <p:to>
                                        <p:strVal val="visible"/>
                                      </p:to>
                                    </p:set>
                                    <p:anim calcmode="lin" valueType="num">
                                      <p:cBhvr>
                                        <p:cTn id="157" dur="500" fill="hold"/>
                                        <p:tgtEl>
                                          <p:spTgt spid="27"/>
                                        </p:tgtEl>
                                        <p:attrNameLst>
                                          <p:attrName>ppt_w</p:attrName>
                                        </p:attrNameLst>
                                      </p:cBhvr>
                                      <p:tavLst>
                                        <p:tav tm="0">
                                          <p:val>
                                            <p:fltVal val="0"/>
                                          </p:val>
                                        </p:tav>
                                        <p:tav tm="100000">
                                          <p:val>
                                            <p:strVal val="#ppt_w"/>
                                          </p:val>
                                        </p:tav>
                                      </p:tavLst>
                                    </p:anim>
                                    <p:anim calcmode="lin" valueType="num">
                                      <p:cBhvr>
                                        <p:cTn id="158" dur="500" fill="hold"/>
                                        <p:tgtEl>
                                          <p:spTgt spid="27"/>
                                        </p:tgtEl>
                                        <p:attrNameLst>
                                          <p:attrName>ppt_h</p:attrName>
                                        </p:attrNameLst>
                                      </p:cBhvr>
                                      <p:tavLst>
                                        <p:tav tm="0">
                                          <p:val>
                                            <p:fltVal val="0"/>
                                          </p:val>
                                        </p:tav>
                                        <p:tav tm="100000">
                                          <p:val>
                                            <p:strVal val="#ppt_h"/>
                                          </p:val>
                                        </p:tav>
                                      </p:tavLst>
                                    </p:anim>
                                    <p:animEffect transition="in" filter="fade">
                                      <p:cBhvr>
                                        <p:cTn id="159" dur="500"/>
                                        <p:tgtEl>
                                          <p:spTgt spid="27"/>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28"/>
                                        </p:tgtEl>
                                        <p:attrNameLst>
                                          <p:attrName>style.visibility</p:attrName>
                                        </p:attrNameLst>
                                      </p:cBhvr>
                                      <p:to>
                                        <p:strVal val="visible"/>
                                      </p:to>
                                    </p:set>
                                    <p:anim calcmode="lin" valueType="num">
                                      <p:cBhvr>
                                        <p:cTn id="162" dur="500" fill="hold"/>
                                        <p:tgtEl>
                                          <p:spTgt spid="28"/>
                                        </p:tgtEl>
                                        <p:attrNameLst>
                                          <p:attrName>ppt_w</p:attrName>
                                        </p:attrNameLst>
                                      </p:cBhvr>
                                      <p:tavLst>
                                        <p:tav tm="0">
                                          <p:val>
                                            <p:fltVal val="0"/>
                                          </p:val>
                                        </p:tav>
                                        <p:tav tm="100000">
                                          <p:val>
                                            <p:strVal val="#ppt_w"/>
                                          </p:val>
                                        </p:tav>
                                      </p:tavLst>
                                    </p:anim>
                                    <p:anim calcmode="lin" valueType="num">
                                      <p:cBhvr>
                                        <p:cTn id="163" dur="500" fill="hold"/>
                                        <p:tgtEl>
                                          <p:spTgt spid="28"/>
                                        </p:tgtEl>
                                        <p:attrNameLst>
                                          <p:attrName>ppt_h</p:attrName>
                                        </p:attrNameLst>
                                      </p:cBhvr>
                                      <p:tavLst>
                                        <p:tav tm="0">
                                          <p:val>
                                            <p:fltVal val="0"/>
                                          </p:val>
                                        </p:tav>
                                        <p:tav tm="100000">
                                          <p:val>
                                            <p:strVal val="#ppt_h"/>
                                          </p:val>
                                        </p:tav>
                                      </p:tavLst>
                                    </p:anim>
                                    <p:animEffect transition="in" filter="fade">
                                      <p:cBhvr>
                                        <p:cTn id="164" dur="500"/>
                                        <p:tgtEl>
                                          <p:spTgt spid="28"/>
                                        </p:tgtEl>
                                      </p:cBhvr>
                                    </p:animEffect>
                                  </p:childTnLst>
                                </p:cTn>
                              </p:par>
                              <p:par>
                                <p:cTn id="165" presetID="53" presetClass="entr" presetSubtype="16" fill="hold" grpId="0" nodeType="withEffect">
                                  <p:stCondLst>
                                    <p:cond delay="0"/>
                                  </p:stCondLst>
                                  <p:childTnLst>
                                    <p:set>
                                      <p:cBhvr>
                                        <p:cTn id="166" dur="1" fill="hold">
                                          <p:stCondLst>
                                            <p:cond delay="0"/>
                                          </p:stCondLst>
                                        </p:cTn>
                                        <p:tgtEl>
                                          <p:spTgt spid="29"/>
                                        </p:tgtEl>
                                        <p:attrNameLst>
                                          <p:attrName>style.visibility</p:attrName>
                                        </p:attrNameLst>
                                      </p:cBhvr>
                                      <p:to>
                                        <p:strVal val="visible"/>
                                      </p:to>
                                    </p:set>
                                    <p:anim calcmode="lin" valueType="num">
                                      <p:cBhvr>
                                        <p:cTn id="167" dur="500" fill="hold"/>
                                        <p:tgtEl>
                                          <p:spTgt spid="29"/>
                                        </p:tgtEl>
                                        <p:attrNameLst>
                                          <p:attrName>ppt_w</p:attrName>
                                        </p:attrNameLst>
                                      </p:cBhvr>
                                      <p:tavLst>
                                        <p:tav tm="0">
                                          <p:val>
                                            <p:fltVal val="0"/>
                                          </p:val>
                                        </p:tav>
                                        <p:tav tm="100000">
                                          <p:val>
                                            <p:strVal val="#ppt_w"/>
                                          </p:val>
                                        </p:tav>
                                      </p:tavLst>
                                    </p:anim>
                                    <p:anim calcmode="lin" valueType="num">
                                      <p:cBhvr>
                                        <p:cTn id="168" dur="500" fill="hold"/>
                                        <p:tgtEl>
                                          <p:spTgt spid="29"/>
                                        </p:tgtEl>
                                        <p:attrNameLst>
                                          <p:attrName>ppt_h</p:attrName>
                                        </p:attrNameLst>
                                      </p:cBhvr>
                                      <p:tavLst>
                                        <p:tav tm="0">
                                          <p:val>
                                            <p:fltVal val="0"/>
                                          </p:val>
                                        </p:tav>
                                        <p:tav tm="100000">
                                          <p:val>
                                            <p:strVal val="#ppt_h"/>
                                          </p:val>
                                        </p:tav>
                                      </p:tavLst>
                                    </p:anim>
                                    <p:animEffect transition="in" filter="fade">
                                      <p:cBhvr>
                                        <p:cTn id="169" dur="500"/>
                                        <p:tgtEl>
                                          <p:spTgt spid="29"/>
                                        </p:tgtEl>
                                      </p:cBhvr>
                                    </p:animEffect>
                                  </p:childTnLst>
                                </p:cTn>
                              </p:par>
                              <p:par>
                                <p:cTn id="170" presetID="53" presetClass="entr" presetSubtype="16" fill="hold" grpId="0" nodeType="withEffect">
                                  <p:stCondLst>
                                    <p:cond delay="0"/>
                                  </p:stCondLst>
                                  <p:childTnLst>
                                    <p:set>
                                      <p:cBhvr>
                                        <p:cTn id="171" dur="1" fill="hold">
                                          <p:stCondLst>
                                            <p:cond delay="0"/>
                                          </p:stCondLst>
                                        </p:cTn>
                                        <p:tgtEl>
                                          <p:spTgt spid="30"/>
                                        </p:tgtEl>
                                        <p:attrNameLst>
                                          <p:attrName>style.visibility</p:attrName>
                                        </p:attrNameLst>
                                      </p:cBhvr>
                                      <p:to>
                                        <p:strVal val="visible"/>
                                      </p:to>
                                    </p:set>
                                    <p:anim calcmode="lin" valueType="num">
                                      <p:cBhvr>
                                        <p:cTn id="172" dur="500" fill="hold"/>
                                        <p:tgtEl>
                                          <p:spTgt spid="30"/>
                                        </p:tgtEl>
                                        <p:attrNameLst>
                                          <p:attrName>ppt_w</p:attrName>
                                        </p:attrNameLst>
                                      </p:cBhvr>
                                      <p:tavLst>
                                        <p:tav tm="0">
                                          <p:val>
                                            <p:fltVal val="0"/>
                                          </p:val>
                                        </p:tav>
                                        <p:tav tm="100000">
                                          <p:val>
                                            <p:strVal val="#ppt_w"/>
                                          </p:val>
                                        </p:tav>
                                      </p:tavLst>
                                    </p:anim>
                                    <p:anim calcmode="lin" valueType="num">
                                      <p:cBhvr>
                                        <p:cTn id="173" dur="500" fill="hold"/>
                                        <p:tgtEl>
                                          <p:spTgt spid="30"/>
                                        </p:tgtEl>
                                        <p:attrNameLst>
                                          <p:attrName>ppt_h</p:attrName>
                                        </p:attrNameLst>
                                      </p:cBhvr>
                                      <p:tavLst>
                                        <p:tav tm="0">
                                          <p:val>
                                            <p:fltVal val="0"/>
                                          </p:val>
                                        </p:tav>
                                        <p:tav tm="100000">
                                          <p:val>
                                            <p:strVal val="#ppt_h"/>
                                          </p:val>
                                        </p:tav>
                                      </p:tavLst>
                                    </p:anim>
                                    <p:animEffect transition="in" filter="fade">
                                      <p:cBhvr>
                                        <p:cTn id="174" dur="500"/>
                                        <p:tgtEl>
                                          <p:spTgt spid="30"/>
                                        </p:tgtEl>
                                      </p:cBhvr>
                                    </p:animEffect>
                                  </p:childTnLst>
                                </p:cTn>
                              </p:par>
                              <p:par>
                                <p:cTn id="175" presetID="53" presetClass="entr" presetSubtype="16" fill="hold" grpId="0" nodeType="withEffect">
                                  <p:stCondLst>
                                    <p:cond delay="0"/>
                                  </p:stCondLst>
                                  <p:childTnLst>
                                    <p:set>
                                      <p:cBhvr>
                                        <p:cTn id="176" dur="1" fill="hold">
                                          <p:stCondLst>
                                            <p:cond delay="0"/>
                                          </p:stCondLst>
                                        </p:cTn>
                                        <p:tgtEl>
                                          <p:spTgt spid="31"/>
                                        </p:tgtEl>
                                        <p:attrNameLst>
                                          <p:attrName>style.visibility</p:attrName>
                                        </p:attrNameLst>
                                      </p:cBhvr>
                                      <p:to>
                                        <p:strVal val="visible"/>
                                      </p:to>
                                    </p:set>
                                    <p:anim calcmode="lin" valueType="num">
                                      <p:cBhvr>
                                        <p:cTn id="177" dur="500" fill="hold"/>
                                        <p:tgtEl>
                                          <p:spTgt spid="31"/>
                                        </p:tgtEl>
                                        <p:attrNameLst>
                                          <p:attrName>ppt_w</p:attrName>
                                        </p:attrNameLst>
                                      </p:cBhvr>
                                      <p:tavLst>
                                        <p:tav tm="0">
                                          <p:val>
                                            <p:fltVal val="0"/>
                                          </p:val>
                                        </p:tav>
                                        <p:tav tm="100000">
                                          <p:val>
                                            <p:strVal val="#ppt_w"/>
                                          </p:val>
                                        </p:tav>
                                      </p:tavLst>
                                    </p:anim>
                                    <p:anim calcmode="lin" valueType="num">
                                      <p:cBhvr>
                                        <p:cTn id="178" dur="500" fill="hold"/>
                                        <p:tgtEl>
                                          <p:spTgt spid="31"/>
                                        </p:tgtEl>
                                        <p:attrNameLst>
                                          <p:attrName>ppt_h</p:attrName>
                                        </p:attrNameLst>
                                      </p:cBhvr>
                                      <p:tavLst>
                                        <p:tav tm="0">
                                          <p:val>
                                            <p:fltVal val="0"/>
                                          </p:val>
                                        </p:tav>
                                        <p:tav tm="100000">
                                          <p:val>
                                            <p:strVal val="#ppt_h"/>
                                          </p:val>
                                        </p:tav>
                                      </p:tavLst>
                                    </p:anim>
                                    <p:animEffect transition="in" filter="fade">
                                      <p:cBhvr>
                                        <p:cTn id="179" dur="500"/>
                                        <p:tgtEl>
                                          <p:spTgt spid="31"/>
                                        </p:tgtEl>
                                      </p:cBhvr>
                                    </p:animEffect>
                                  </p:childTnLst>
                                </p:cTn>
                              </p:par>
                              <p:par>
                                <p:cTn id="180" presetID="53" presetClass="entr" presetSubtype="16" fill="hold" grpId="0" nodeType="withEffect">
                                  <p:stCondLst>
                                    <p:cond delay="0"/>
                                  </p:stCondLst>
                                  <p:childTnLst>
                                    <p:set>
                                      <p:cBhvr>
                                        <p:cTn id="181" dur="1" fill="hold">
                                          <p:stCondLst>
                                            <p:cond delay="0"/>
                                          </p:stCondLst>
                                        </p:cTn>
                                        <p:tgtEl>
                                          <p:spTgt spid="32"/>
                                        </p:tgtEl>
                                        <p:attrNameLst>
                                          <p:attrName>style.visibility</p:attrName>
                                        </p:attrNameLst>
                                      </p:cBhvr>
                                      <p:to>
                                        <p:strVal val="visible"/>
                                      </p:to>
                                    </p:set>
                                    <p:anim calcmode="lin" valueType="num">
                                      <p:cBhvr>
                                        <p:cTn id="182" dur="500" fill="hold"/>
                                        <p:tgtEl>
                                          <p:spTgt spid="32"/>
                                        </p:tgtEl>
                                        <p:attrNameLst>
                                          <p:attrName>ppt_w</p:attrName>
                                        </p:attrNameLst>
                                      </p:cBhvr>
                                      <p:tavLst>
                                        <p:tav tm="0">
                                          <p:val>
                                            <p:fltVal val="0"/>
                                          </p:val>
                                        </p:tav>
                                        <p:tav tm="100000">
                                          <p:val>
                                            <p:strVal val="#ppt_w"/>
                                          </p:val>
                                        </p:tav>
                                      </p:tavLst>
                                    </p:anim>
                                    <p:anim calcmode="lin" valueType="num">
                                      <p:cBhvr>
                                        <p:cTn id="183" dur="500" fill="hold"/>
                                        <p:tgtEl>
                                          <p:spTgt spid="32"/>
                                        </p:tgtEl>
                                        <p:attrNameLst>
                                          <p:attrName>ppt_h</p:attrName>
                                        </p:attrNameLst>
                                      </p:cBhvr>
                                      <p:tavLst>
                                        <p:tav tm="0">
                                          <p:val>
                                            <p:fltVal val="0"/>
                                          </p:val>
                                        </p:tav>
                                        <p:tav tm="100000">
                                          <p:val>
                                            <p:strVal val="#ppt_h"/>
                                          </p:val>
                                        </p:tav>
                                      </p:tavLst>
                                    </p:anim>
                                    <p:animEffect transition="in" filter="fade">
                                      <p:cBhvr>
                                        <p:cTn id="184" dur="500"/>
                                        <p:tgtEl>
                                          <p:spTgt spid="32"/>
                                        </p:tgtEl>
                                      </p:cBhvr>
                                    </p:animEffect>
                                  </p:childTnLst>
                                </p:cTn>
                              </p:par>
                              <p:par>
                                <p:cTn id="185" presetID="53" presetClass="entr" presetSubtype="16" fill="hold" grpId="0" nodeType="withEffect">
                                  <p:stCondLst>
                                    <p:cond delay="0"/>
                                  </p:stCondLst>
                                  <p:childTnLst>
                                    <p:set>
                                      <p:cBhvr>
                                        <p:cTn id="186" dur="1" fill="hold">
                                          <p:stCondLst>
                                            <p:cond delay="0"/>
                                          </p:stCondLst>
                                        </p:cTn>
                                        <p:tgtEl>
                                          <p:spTgt spid="39"/>
                                        </p:tgtEl>
                                        <p:attrNameLst>
                                          <p:attrName>style.visibility</p:attrName>
                                        </p:attrNameLst>
                                      </p:cBhvr>
                                      <p:to>
                                        <p:strVal val="visible"/>
                                      </p:to>
                                    </p:set>
                                    <p:anim calcmode="lin" valueType="num">
                                      <p:cBhvr>
                                        <p:cTn id="187" dur="500" fill="hold"/>
                                        <p:tgtEl>
                                          <p:spTgt spid="39"/>
                                        </p:tgtEl>
                                        <p:attrNameLst>
                                          <p:attrName>ppt_w</p:attrName>
                                        </p:attrNameLst>
                                      </p:cBhvr>
                                      <p:tavLst>
                                        <p:tav tm="0">
                                          <p:val>
                                            <p:fltVal val="0"/>
                                          </p:val>
                                        </p:tav>
                                        <p:tav tm="100000">
                                          <p:val>
                                            <p:strVal val="#ppt_w"/>
                                          </p:val>
                                        </p:tav>
                                      </p:tavLst>
                                    </p:anim>
                                    <p:anim calcmode="lin" valueType="num">
                                      <p:cBhvr>
                                        <p:cTn id="188" dur="500" fill="hold"/>
                                        <p:tgtEl>
                                          <p:spTgt spid="39"/>
                                        </p:tgtEl>
                                        <p:attrNameLst>
                                          <p:attrName>ppt_h</p:attrName>
                                        </p:attrNameLst>
                                      </p:cBhvr>
                                      <p:tavLst>
                                        <p:tav tm="0">
                                          <p:val>
                                            <p:fltVal val="0"/>
                                          </p:val>
                                        </p:tav>
                                        <p:tav tm="100000">
                                          <p:val>
                                            <p:strVal val="#ppt_h"/>
                                          </p:val>
                                        </p:tav>
                                      </p:tavLst>
                                    </p:anim>
                                    <p:animEffect transition="in" filter="fade">
                                      <p:cBhvr>
                                        <p:cTn id="189" dur="500"/>
                                        <p:tgtEl>
                                          <p:spTgt spid="39"/>
                                        </p:tgtEl>
                                      </p:cBhvr>
                                    </p:animEffect>
                                  </p:childTnLst>
                                </p:cTn>
                              </p:par>
                              <p:par>
                                <p:cTn id="190" presetID="53" presetClass="entr" presetSubtype="16" fill="hold" grpId="0" nodeType="withEffect">
                                  <p:stCondLst>
                                    <p:cond delay="0"/>
                                  </p:stCondLst>
                                  <p:childTnLst>
                                    <p:set>
                                      <p:cBhvr>
                                        <p:cTn id="191" dur="1" fill="hold">
                                          <p:stCondLst>
                                            <p:cond delay="0"/>
                                          </p:stCondLst>
                                        </p:cTn>
                                        <p:tgtEl>
                                          <p:spTgt spid="40"/>
                                        </p:tgtEl>
                                        <p:attrNameLst>
                                          <p:attrName>style.visibility</p:attrName>
                                        </p:attrNameLst>
                                      </p:cBhvr>
                                      <p:to>
                                        <p:strVal val="visible"/>
                                      </p:to>
                                    </p:set>
                                    <p:anim calcmode="lin" valueType="num">
                                      <p:cBhvr>
                                        <p:cTn id="192" dur="500" fill="hold"/>
                                        <p:tgtEl>
                                          <p:spTgt spid="40"/>
                                        </p:tgtEl>
                                        <p:attrNameLst>
                                          <p:attrName>ppt_w</p:attrName>
                                        </p:attrNameLst>
                                      </p:cBhvr>
                                      <p:tavLst>
                                        <p:tav tm="0">
                                          <p:val>
                                            <p:fltVal val="0"/>
                                          </p:val>
                                        </p:tav>
                                        <p:tav tm="100000">
                                          <p:val>
                                            <p:strVal val="#ppt_w"/>
                                          </p:val>
                                        </p:tav>
                                      </p:tavLst>
                                    </p:anim>
                                    <p:anim calcmode="lin" valueType="num">
                                      <p:cBhvr>
                                        <p:cTn id="193" dur="500" fill="hold"/>
                                        <p:tgtEl>
                                          <p:spTgt spid="40"/>
                                        </p:tgtEl>
                                        <p:attrNameLst>
                                          <p:attrName>ppt_h</p:attrName>
                                        </p:attrNameLst>
                                      </p:cBhvr>
                                      <p:tavLst>
                                        <p:tav tm="0">
                                          <p:val>
                                            <p:fltVal val="0"/>
                                          </p:val>
                                        </p:tav>
                                        <p:tav tm="100000">
                                          <p:val>
                                            <p:strVal val="#ppt_h"/>
                                          </p:val>
                                        </p:tav>
                                      </p:tavLst>
                                    </p:anim>
                                    <p:animEffect transition="in" filter="fade">
                                      <p:cBhvr>
                                        <p:cTn id="19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p:bldP spid="34" grpId="0"/>
      <p:bldP spid="35" grpId="0"/>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941D1-444C-5439-7E50-AE93C7C32600}"/>
              </a:ext>
            </a:extLst>
          </p:cNvPr>
          <p:cNvSpPr>
            <a:spLocks noGrp="1"/>
          </p:cNvSpPr>
          <p:nvPr>
            <p:ph type="title"/>
          </p:nvPr>
        </p:nvSpPr>
        <p:spPr/>
        <p:txBody>
          <a:bodyPr/>
          <a:lstStyle/>
          <a:p>
            <a:r>
              <a:rPr lang="en-GB"/>
              <a:t>How does this influence companies?</a:t>
            </a:r>
          </a:p>
        </p:txBody>
      </p:sp>
      <p:sp>
        <p:nvSpPr>
          <p:cNvPr id="3" name="Slide Number Placeholder 2">
            <a:extLst>
              <a:ext uri="{FF2B5EF4-FFF2-40B4-BE49-F238E27FC236}">
                <a16:creationId xmlns:a16="http://schemas.microsoft.com/office/drawing/2014/main" id="{A8E9FFBB-2C0E-4767-46E5-850556D71545}"/>
              </a:ext>
            </a:extLst>
          </p:cNvPr>
          <p:cNvSpPr>
            <a:spLocks noGrp="1"/>
          </p:cNvSpPr>
          <p:nvPr>
            <p:ph type="sldNum" sz="quarter" idx="11"/>
          </p:nvPr>
        </p:nvSpPr>
        <p:spPr/>
        <p:txBody>
          <a:bodyPr/>
          <a:lstStyle/>
          <a:p>
            <a:fld id="{103EA872-A674-449B-A120-B97244F8E91D}" type="slidenum">
              <a:rPr lang="en-GB" smtClean="0"/>
              <a:pPr/>
              <a:t>3</a:t>
            </a:fld>
            <a:endParaRPr lang="en-GB"/>
          </a:p>
        </p:txBody>
      </p:sp>
      <p:sp>
        <p:nvSpPr>
          <p:cNvPr id="4" name="Pladsholder til indhold 2"/>
          <p:cNvSpPr txBox="1">
            <a:spLocks/>
          </p:cNvSpPr>
          <p:nvPr/>
        </p:nvSpPr>
        <p:spPr>
          <a:xfrm>
            <a:off x="1630710" y="1772816"/>
            <a:ext cx="9312374" cy="4545578"/>
          </a:xfrm>
          <a:prstGeom prst="rect">
            <a:avLst/>
          </a:prstGeom>
        </p:spPr>
        <p:txBody>
          <a:bodyPr/>
          <a:lstStyle>
            <a:lvl1pPr marL="198000" indent="-198000" algn="l" rtl="0" eaLnBrk="1" fontAlgn="base" hangingPunct="1">
              <a:spcBef>
                <a:spcPct val="20000"/>
              </a:spcBef>
              <a:spcAft>
                <a:spcPct val="0"/>
              </a:spcAft>
              <a:buChar char="•"/>
              <a:defRPr sz="1800">
                <a:solidFill>
                  <a:schemeClr val="tx1"/>
                </a:solidFill>
                <a:latin typeface="+mn-lt"/>
                <a:ea typeface="+mn-ea"/>
                <a:cs typeface="+mn-cs"/>
              </a:defRPr>
            </a:lvl1pPr>
            <a:lvl2pPr marL="414000" indent="-198000" algn="l" rtl="0" eaLnBrk="1" fontAlgn="base" hangingPunct="1">
              <a:spcBef>
                <a:spcPct val="20000"/>
              </a:spcBef>
              <a:spcAft>
                <a:spcPct val="0"/>
              </a:spcAft>
              <a:buChar char="–"/>
              <a:defRPr sz="1800">
                <a:solidFill>
                  <a:schemeClr val="tx1"/>
                </a:solidFill>
                <a:latin typeface="+mn-lt"/>
                <a:ea typeface="+mn-ea"/>
              </a:defRPr>
            </a:lvl2pPr>
            <a:lvl3pPr marL="615600" indent="-198000" algn="l" rtl="0" eaLnBrk="1" fontAlgn="base" hangingPunct="1">
              <a:spcBef>
                <a:spcPct val="20000"/>
              </a:spcBef>
              <a:spcAft>
                <a:spcPct val="0"/>
              </a:spcAft>
              <a:buChar char="•"/>
              <a:defRPr sz="1800">
                <a:solidFill>
                  <a:schemeClr val="tx1"/>
                </a:solidFill>
                <a:latin typeface="+mn-lt"/>
                <a:ea typeface="+mn-ea"/>
              </a:defRPr>
            </a:lvl3pPr>
            <a:lvl4pPr marL="828000" indent="-198000" algn="l" rtl="0" eaLnBrk="1" fontAlgn="base" hangingPunct="1">
              <a:spcBef>
                <a:spcPct val="20000"/>
              </a:spcBef>
              <a:spcAft>
                <a:spcPct val="0"/>
              </a:spcAft>
              <a:buChar char="–"/>
              <a:defRPr sz="1800">
                <a:solidFill>
                  <a:schemeClr val="tx1"/>
                </a:solidFill>
                <a:latin typeface="+mn-lt"/>
                <a:ea typeface="+mn-ea"/>
              </a:defRPr>
            </a:lvl4pPr>
            <a:lvl5pPr marL="1026000" indent="-198000" algn="l" rtl="0" eaLnBrk="1" fontAlgn="base" hangingPunct="1">
              <a:spcBef>
                <a:spcPct val="20000"/>
              </a:spcBef>
              <a:spcAft>
                <a:spcPct val="0"/>
              </a:spcAft>
              <a:buChar char="»"/>
              <a:defRPr sz="1800">
                <a:solidFill>
                  <a:schemeClr val="tx1"/>
                </a:solidFill>
                <a:latin typeface="+mn-lt"/>
                <a:ea typeface="+mn-ea"/>
              </a:defRPr>
            </a:lvl5pPr>
            <a:lvl6pPr marL="1026000" indent="-198000" algn="l" rtl="0" eaLnBrk="1" fontAlgn="base" hangingPunct="1">
              <a:spcBef>
                <a:spcPct val="20000"/>
              </a:spcBef>
              <a:spcAft>
                <a:spcPct val="0"/>
              </a:spcAft>
              <a:buChar char="»"/>
              <a:defRPr sz="1800">
                <a:solidFill>
                  <a:schemeClr val="tx1"/>
                </a:solidFill>
                <a:latin typeface="+mn-lt"/>
                <a:ea typeface="+mn-ea"/>
              </a:defRPr>
            </a:lvl6pPr>
            <a:lvl7pPr marL="1026000" indent="-198000" algn="l" rtl="0" eaLnBrk="1" fontAlgn="base" hangingPunct="1">
              <a:spcBef>
                <a:spcPct val="20000"/>
              </a:spcBef>
              <a:spcAft>
                <a:spcPct val="0"/>
              </a:spcAft>
              <a:buChar char="»"/>
              <a:defRPr sz="1800">
                <a:solidFill>
                  <a:schemeClr val="tx1"/>
                </a:solidFill>
                <a:latin typeface="+mn-lt"/>
                <a:ea typeface="+mn-ea"/>
              </a:defRPr>
            </a:lvl7pPr>
            <a:lvl8pPr marL="1026000" indent="-198000" algn="l" rtl="0" eaLnBrk="1" fontAlgn="base" hangingPunct="1">
              <a:spcBef>
                <a:spcPct val="20000"/>
              </a:spcBef>
              <a:spcAft>
                <a:spcPct val="0"/>
              </a:spcAft>
              <a:buChar char="»"/>
              <a:defRPr sz="1800">
                <a:solidFill>
                  <a:schemeClr val="tx1"/>
                </a:solidFill>
                <a:latin typeface="+mn-lt"/>
                <a:ea typeface="+mn-ea"/>
              </a:defRPr>
            </a:lvl8pPr>
            <a:lvl9pPr marL="1026000" indent="-198000" algn="l" rtl="0" eaLnBrk="1" fontAlgn="base" hangingPunct="1">
              <a:spcBef>
                <a:spcPct val="20000"/>
              </a:spcBef>
              <a:spcAft>
                <a:spcPct val="0"/>
              </a:spcAft>
              <a:buChar char="»"/>
              <a:defRPr sz="1800">
                <a:solidFill>
                  <a:schemeClr val="tx1"/>
                </a:solidFill>
                <a:latin typeface="+mn-lt"/>
                <a:ea typeface="+mn-ea"/>
              </a:defRPr>
            </a:lvl9pPr>
          </a:lstStyle>
          <a:p>
            <a:r>
              <a:rPr lang="en-GB" kern="0"/>
              <a:t>Probably the strongest external factor industry has yet seen in the sustainability area</a:t>
            </a:r>
          </a:p>
          <a:p>
            <a:r>
              <a:rPr lang="en-GB" kern="0"/>
              <a:t>Should affect prioritisations and action internal in the company</a:t>
            </a:r>
          </a:p>
          <a:p>
            <a:r>
              <a:rPr lang="en-GB" kern="0"/>
              <a:t>SDGs are expected to be translated to national programmes containing a targeted mix of legislation, regulation, financing, and price governing mechanisms that companies have to relate to</a:t>
            </a:r>
          </a:p>
          <a:p>
            <a:endParaRPr lang="en-GB" kern="0"/>
          </a:p>
        </p:txBody>
      </p:sp>
    </p:spTree>
    <p:extLst>
      <p:ext uri="{BB962C8B-B14F-4D97-AF65-F5344CB8AC3E}">
        <p14:creationId xmlns:p14="http://schemas.microsoft.com/office/powerpoint/2010/main" val="12784682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103EA872-A674-449B-A120-B97244F8E91D}" type="slidenum">
              <a:rPr lang="en-GB" smtClean="0"/>
              <a:pPr/>
              <a:t>4</a:t>
            </a:fld>
            <a:endParaRPr lang="en-GB"/>
          </a:p>
        </p:txBody>
      </p:sp>
      <p:sp>
        <p:nvSpPr>
          <p:cNvPr id="4" name="Titel 1"/>
          <p:cNvSpPr txBox="1">
            <a:spLocks/>
          </p:cNvSpPr>
          <p:nvPr/>
        </p:nvSpPr>
        <p:spPr>
          <a:xfrm>
            <a:off x="1479279" y="242051"/>
            <a:ext cx="9312374" cy="972716"/>
          </a:xfrm>
          <a:prstGeom prst="rect">
            <a:avLst/>
          </a:prstGeom>
        </p:spPr>
        <p:txBody>
          <a:bodyPr/>
          <a:lstStyle>
            <a:lvl1pPr algn="l" rtl="0" eaLnBrk="1" fontAlgn="base" hangingPunct="1">
              <a:spcBef>
                <a:spcPct val="0"/>
              </a:spcBef>
              <a:spcAft>
                <a:spcPct val="0"/>
              </a:spcAft>
              <a:defRPr sz="3000" b="1">
                <a:solidFill>
                  <a:srgbClr val="000000"/>
                </a:solidFill>
                <a:latin typeface="+mj-lt"/>
                <a:ea typeface="+mj-ea"/>
                <a:cs typeface="+mj-cs"/>
              </a:defRPr>
            </a:lvl1pPr>
            <a:lvl2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2pPr>
            <a:lvl3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3pPr>
            <a:lvl4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4pPr>
            <a:lvl5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5pPr>
            <a:lvl6pPr marL="4572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6pPr>
            <a:lvl7pPr marL="9144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7pPr>
            <a:lvl8pPr marL="13716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8pPr>
            <a:lvl9pPr marL="18288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9pPr>
          </a:lstStyle>
          <a:p>
            <a:r>
              <a:rPr lang="da-DK" kern="0"/>
              <a:t>SDG Compass</a:t>
            </a:r>
          </a:p>
        </p:txBody>
      </p:sp>
      <p:sp>
        <p:nvSpPr>
          <p:cNvPr id="5" name="Pladsholder til indhold 2"/>
          <p:cNvSpPr txBox="1">
            <a:spLocks/>
          </p:cNvSpPr>
          <p:nvPr/>
        </p:nvSpPr>
        <p:spPr>
          <a:xfrm>
            <a:off x="1486694" y="1556792"/>
            <a:ext cx="9312374" cy="4545578"/>
          </a:xfrm>
          <a:prstGeom prst="rect">
            <a:avLst/>
          </a:prstGeom>
        </p:spPr>
        <p:txBody>
          <a:bodyPr/>
          <a:lstStyle>
            <a:lvl1pPr marL="198000" indent="-198000" algn="l" rtl="0" eaLnBrk="1" fontAlgn="base" hangingPunct="1">
              <a:spcBef>
                <a:spcPct val="20000"/>
              </a:spcBef>
              <a:spcAft>
                <a:spcPct val="0"/>
              </a:spcAft>
              <a:buChar char="•"/>
              <a:defRPr sz="1800">
                <a:solidFill>
                  <a:schemeClr val="tx1"/>
                </a:solidFill>
                <a:latin typeface="+mn-lt"/>
                <a:ea typeface="+mn-ea"/>
                <a:cs typeface="+mn-cs"/>
              </a:defRPr>
            </a:lvl1pPr>
            <a:lvl2pPr marL="414000" indent="-198000" algn="l" rtl="0" eaLnBrk="1" fontAlgn="base" hangingPunct="1">
              <a:spcBef>
                <a:spcPct val="20000"/>
              </a:spcBef>
              <a:spcAft>
                <a:spcPct val="0"/>
              </a:spcAft>
              <a:buChar char="–"/>
              <a:defRPr sz="1800">
                <a:solidFill>
                  <a:schemeClr val="tx1"/>
                </a:solidFill>
                <a:latin typeface="+mn-lt"/>
                <a:ea typeface="+mn-ea"/>
              </a:defRPr>
            </a:lvl2pPr>
            <a:lvl3pPr marL="615600" indent="-198000" algn="l" rtl="0" eaLnBrk="1" fontAlgn="base" hangingPunct="1">
              <a:spcBef>
                <a:spcPct val="20000"/>
              </a:spcBef>
              <a:spcAft>
                <a:spcPct val="0"/>
              </a:spcAft>
              <a:buChar char="•"/>
              <a:defRPr sz="1800">
                <a:solidFill>
                  <a:schemeClr val="tx1"/>
                </a:solidFill>
                <a:latin typeface="+mn-lt"/>
                <a:ea typeface="+mn-ea"/>
              </a:defRPr>
            </a:lvl3pPr>
            <a:lvl4pPr marL="828000" indent="-198000" algn="l" rtl="0" eaLnBrk="1" fontAlgn="base" hangingPunct="1">
              <a:spcBef>
                <a:spcPct val="20000"/>
              </a:spcBef>
              <a:spcAft>
                <a:spcPct val="0"/>
              </a:spcAft>
              <a:buChar char="–"/>
              <a:defRPr sz="1800">
                <a:solidFill>
                  <a:schemeClr val="tx1"/>
                </a:solidFill>
                <a:latin typeface="+mn-lt"/>
                <a:ea typeface="+mn-ea"/>
              </a:defRPr>
            </a:lvl4pPr>
            <a:lvl5pPr marL="1026000" indent="-198000" algn="l" rtl="0" eaLnBrk="1" fontAlgn="base" hangingPunct="1">
              <a:spcBef>
                <a:spcPct val="20000"/>
              </a:spcBef>
              <a:spcAft>
                <a:spcPct val="0"/>
              </a:spcAft>
              <a:buChar char="»"/>
              <a:defRPr sz="1800">
                <a:solidFill>
                  <a:schemeClr val="tx1"/>
                </a:solidFill>
                <a:latin typeface="+mn-lt"/>
                <a:ea typeface="+mn-ea"/>
              </a:defRPr>
            </a:lvl5pPr>
            <a:lvl6pPr marL="1026000" indent="-198000" algn="l" rtl="0" eaLnBrk="1" fontAlgn="base" hangingPunct="1">
              <a:spcBef>
                <a:spcPct val="20000"/>
              </a:spcBef>
              <a:spcAft>
                <a:spcPct val="0"/>
              </a:spcAft>
              <a:buChar char="»"/>
              <a:defRPr sz="1800">
                <a:solidFill>
                  <a:schemeClr val="tx1"/>
                </a:solidFill>
                <a:latin typeface="+mn-lt"/>
                <a:ea typeface="+mn-ea"/>
              </a:defRPr>
            </a:lvl6pPr>
            <a:lvl7pPr marL="1026000" indent="-198000" algn="l" rtl="0" eaLnBrk="1" fontAlgn="base" hangingPunct="1">
              <a:spcBef>
                <a:spcPct val="20000"/>
              </a:spcBef>
              <a:spcAft>
                <a:spcPct val="0"/>
              </a:spcAft>
              <a:buChar char="»"/>
              <a:defRPr sz="1800">
                <a:solidFill>
                  <a:schemeClr val="tx1"/>
                </a:solidFill>
                <a:latin typeface="+mn-lt"/>
                <a:ea typeface="+mn-ea"/>
              </a:defRPr>
            </a:lvl7pPr>
            <a:lvl8pPr marL="1026000" indent="-198000" algn="l" rtl="0" eaLnBrk="1" fontAlgn="base" hangingPunct="1">
              <a:spcBef>
                <a:spcPct val="20000"/>
              </a:spcBef>
              <a:spcAft>
                <a:spcPct val="0"/>
              </a:spcAft>
              <a:buChar char="»"/>
              <a:defRPr sz="1800">
                <a:solidFill>
                  <a:schemeClr val="tx1"/>
                </a:solidFill>
                <a:latin typeface="+mn-lt"/>
                <a:ea typeface="+mn-ea"/>
              </a:defRPr>
            </a:lvl8pPr>
            <a:lvl9pPr marL="1026000" indent="-198000" algn="l" rtl="0" eaLnBrk="1" fontAlgn="base" hangingPunct="1">
              <a:spcBef>
                <a:spcPct val="20000"/>
              </a:spcBef>
              <a:spcAft>
                <a:spcPct val="0"/>
              </a:spcAft>
              <a:buChar char="»"/>
              <a:defRPr sz="1800">
                <a:solidFill>
                  <a:schemeClr val="tx1"/>
                </a:solidFill>
                <a:latin typeface="+mn-lt"/>
                <a:ea typeface="+mn-ea"/>
              </a:defRPr>
            </a:lvl9pPr>
          </a:lstStyle>
          <a:p>
            <a:r>
              <a:rPr lang="da-DK" kern="0"/>
              <a:t>Objective to </a:t>
            </a:r>
            <a:r>
              <a:rPr lang="en-US" kern="0"/>
              <a:t>support companies in aligning their strategies with the SDGs and in measuring and managing their contribution</a:t>
            </a:r>
          </a:p>
          <a:p>
            <a:endParaRPr lang="da-DK" kern="0"/>
          </a:p>
          <a:p>
            <a:r>
              <a:rPr lang="en-US" kern="0"/>
              <a:t>Developed by GRI, the UN Global</a:t>
            </a:r>
          </a:p>
          <a:p>
            <a:pPr marL="0" indent="0">
              <a:buFontTx/>
              <a:buNone/>
            </a:pPr>
            <a:r>
              <a:rPr lang="en-US" kern="0"/>
              <a:t> Compact and the World Business </a:t>
            </a:r>
          </a:p>
          <a:p>
            <a:pPr marL="0" indent="0">
              <a:buFontTx/>
              <a:buNone/>
            </a:pPr>
            <a:r>
              <a:rPr lang="en-US" kern="0"/>
              <a:t> Council for Sustainable Development</a:t>
            </a:r>
          </a:p>
          <a:p>
            <a:pPr marL="0" indent="0">
              <a:buFontTx/>
              <a:buNone/>
            </a:pPr>
            <a:r>
              <a:rPr lang="en-US" kern="0"/>
              <a:t> (WBCSD)</a:t>
            </a:r>
          </a:p>
          <a:p>
            <a:endParaRPr lang="da-DK" kern="0"/>
          </a:p>
        </p:txBody>
      </p:sp>
      <p:pic>
        <p:nvPicPr>
          <p:cNvPr id="6" name="Billede 3"/>
          <p:cNvPicPr>
            <a:picLocks noChangeAspect="1"/>
          </p:cNvPicPr>
          <p:nvPr/>
        </p:nvPicPr>
        <p:blipFill>
          <a:blip r:embed="rId2"/>
          <a:stretch>
            <a:fillRect/>
          </a:stretch>
        </p:blipFill>
        <p:spPr>
          <a:xfrm>
            <a:off x="6239222" y="2150596"/>
            <a:ext cx="4484870" cy="4390604"/>
          </a:xfrm>
          <a:prstGeom prst="rect">
            <a:avLst/>
          </a:prstGeom>
        </p:spPr>
      </p:pic>
    </p:spTree>
    <p:extLst>
      <p:ext uri="{BB962C8B-B14F-4D97-AF65-F5344CB8AC3E}">
        <p14:creationId xmlns:p14="http://schemas.microsoft.com/office/powerpoint/2010/main" val="11139474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103EA872-A674-449B-A120-B97244F8E91D}" type="slidenum">
              <a:rPr lang="en-GB" smtClean="0"/>
              <a:pPr/>
              <a:t>5</a:t>
            </a:fld>
            <a:endParaRPr lang="en-GB"/>
          </a:p>
        </p:txBody>
      </p:sp>
      <p:sp>
        <p:nvSpPr>
          <p:cNvPr id="3" name="Titel 1"/>
          <p:cNvSpPr txBox="1">
            <a:spLocks/>
          </p:cNvSpPr>
          <p:nvPr/>
        </p:nvSpPr>
        <p:spPr>
          <a:xfrm>
            <a:off x="1927126" y="578527"/>
            <a:ext cx="9312374" cy="972716"/>
          </a:xfrm>
          <a:prstGeom prst="rect">
            <a:avLst/>
          </a:prstGeom>
        </p:spPr>
        <p:txBody>
          <a:bodyPr/>
          <a:lstStyle>
            <a:lvl1pPr algn="l" rtl="0" eaLnBrk="1" fontAlgn="base" hangingPunct="1">
              <a:spcBef>
                <a:spcPct val="0"/>
              </a:spcBef>
              <a:spcAft>
                <a:spcPct val="0"/>
              </a:spcAft>
              <a:defRPr sz="3000" b="1">
                <a:solidFill>
                  <a:srgbClr val="000000"/>
                </a:solidFill>
                <a:latin typeface="+mj-lt"/>
                <a:ea typeface="+mj-ea"/>
                <a:cs typeface="+mj-cs"/>
              </a:defRPr>
            </a:lvl1pPr>
            <a:lvl2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2pPr>
            <a:lvl3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3pPr>
            <a:lvl4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4pPr>
            <a:lvl5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5pPr>
            <a:lvl6pPr marL="4572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6pPr>
            <a:lvl7pPr marL="9144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7pPr>
            <a:lvl8pPr marL="13716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8pPr>
            <a:lvl9pPr marL="18288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9pPr>
          </a:lstStyle>
          <a:p>
            <a:r>
              <a:rPr lang="en-US" b="0" kern="0"/>
              <a:t>Sustainable alternatives have various advantages. </a:t>
            </a:r>
            <a:endParaRPr lang="da-DK" kern="0"/>
          </a:p>
        </p:txBody>
      </p:sp>
      <p:sp>
        <p:nvSpPr>
          <p:cNvPr id="4" name="Pladsholder til indhold 2"/>
          <p:cNvSpPr txBox="1">
            <a:spLocks/>
          </p:cNvSpPr>
          <p:nvPr/>
        </p:nvSpPr>
        <p:spPr>
          <a:xfrm>
            <a:off x="1927126" y="1858728"/>
            <a:ext cx="9312374" cy="4545578"/>
          </a:xfrm>
          <a:prstGeom prst="rect">
            <a:avLst/>
          </a:prstGeom>
        </p:spPr>
        <p:txBody>
          <a:bodyPr/>
          <a:lstStyle>
            <a:lvl1pPr marL="198000" indent="-198000" algn="l" rtl="0" eaLnBrk="1" fontAlgn="base" hangingPunct="1">
              <a:spcBef>
                <a:spcPct val="20000"/>
              </a:spcBef>
              <a:spcAft>
                <a:spcPct val="0"/>
              </a:spcAft>
              <a:buChar char="•"/>
              <a:defRPr sz="1800">
                <a:solidFill>
                  <a:schemeClr val="tx1"/>
                </a:solidFill>
                <a:latin typeface="+mn-lt"/>
                <a:ea typeface="+mn-ea"/>
                <a:cs typeface="+mn-cs"/>
              </a:defRPr>
            </a:lvl1pPr>
            <a:lvl2pPr marL="414000" indent="-198000" algn="l" rtl="0" eaLnBrk="1" fontAlgn="base" hangingPunct="1">
              <a:spcBef>
                <a:spcPct val="20000"/>
              </a:spcBef>
              <a:spcAft>
                <a:spcPct val="0"/>
              </a:spcAft>
              <a:buChar char="–"/>
              <a:defRPr sz="1800">
                <a:solidFill>
                  <a:schemeClr val="tx1"/>
                </a:solidFill>
                <a:latin typeface="+mn-lt"/>
                <a:ea typeface="+mn-ea"/>
              </a:defRPr>
            </a:lvl2pPr>
            <a:lvl3pPr marL="615600" indent="-198000" algn="l" rtl="0" eaLnBrk="1" fontAlgn="base" hangingPunct="1">
              <a:spcBef>
                <a:spcPct val="20000"/>
              </a:spcBef>
              <a:spcAft>
                <a:spcPct val="0"/>
              </a:spcAft>
              <a:buChar char="•"/>
              <a:defRPr sz="1800">
                <a:solidFill>
                  <a:schemeClr val="tx1"/>
                </a:solidFill>
                <a:latin typeface="+mn-lt"/>
                <a:ea typeface="+mn-ea"/>
              </a:defRPr>
            </a:lvl3pPr>
            <a:lvl4pPr marL="828000" indent="-198000" algn="l" rtl="0" eaLnBrk="1" fontAlgn="base" hangingPunct="1">
              <a:spcBef>
                <a:spcPct val="20000"/>
              </a:spcBef>
              <a:spcAft>
                <a:spcPct val="0"/>
              </a:spcAft>
              <a:buChar char="–"/>
              <a:defRPr sz="1800">
                <a:solidFill>
                  <a:schemeClr val="tx1"/>
                </a:solidFill>
                <a:latin typeface="+mn-lt"/>
                <a:ea typeface="+mn-ea"/>
              </a:defRPr>
            </a:lvl4pPr>
            <a:lvl5pPr marL="1026000" indent="-198000" algn="l" rtl="0" eaLnBrk="1" fontAlgn="base" hangingPunct="1">
              <a:spcBef>
                <a:spcPct val="20000"/>
              </a:spcBef>
              <a:spcAft>
                <a:spcPct val="0"/>
              </a:spcAft>
              <a:buChar char="»"/>
              <a:defRPr sz="1800">
                <a:solidFill>
                  <a:schemeClr val="tx1"/>
                </a:solidFill>
                <a:latin typeface="+mn-lt"/>
                <a:ea typeface="+mn-ea"/>
              </a:defRPr>
            </a:lvl5pPr>
            <a:lvl6pPr marL="1026000" indent="-198000" algn="l" rtl="0" eaLnBrk="1" fontAlgn="base" hangingPunct="1">
              <a:spcBef>
                <a:spcPct val="20000"/>
              </a:spcBef>
              <a:spcAft>
                <a:spcPct val="0"/>
              </a:spcAft>
              <a:buChar char="»"/>
              <a:defRPr sz="1800">
                <a:solidFill>
                  <a:schemeClr val="tx1"/>
                </a:solidFill>
                <a:latin typeface="+mn-lt"/>
                <a:ea typeface="+mn-ea"/>
              </a:defRPr>
            </a:lvl6pPr>
            <a:lvl7pPr marL="1026000" indent="-198000" algn="l" rtl="0" eaLnBrk="1" fontAlgn="base" hangingPunct="1">
              <a:spcBef>
                <a:spcPct val="20000"/>
              </a:spcBef>
              <a:spcAft>
                <a:spcPct val="0"/>
              </a:spcAft>
              <a:buChar char="»"/>
              <a:defRPr sz="1800">
                <a:solidFill>
                  <a:schemeClr val="tx1"/>
                </a:solidFill>
                <a:latin typeface="+mn-lt"/>
                <a:ea typeface="+mn-ea"/>
              </a:defRPr>
            </a:lvl7pPr>
            <a:lvl8pPr marL="1026000" indent="-198000" algn="l" rtl="0" eaLnBrk="1" fontAlgn="base" hangingPunct="1">
              <a:spcBef>
                <a:spcPct val="20000"/>
              </a:spcBef>
              <a:spcAft>
                <a:spcPct val="0"/>
              </a:spcAft>
              <a:buChar char="»"/>
              <a:defRPr sz="1800">
                <a:solidFill>
                  <a:schemeClr val="tx1"/>
                </a:solidFill>
                <a:latin typeface="+mn-lt"/>
                <a:ea typeface="+mn-ea"/>
              </a:defRPr>
            </a:lvl8pPr>
            <a:lvl9pPr marL="1026000" indent="-198000" algn="l" rtl="0" eaLnBrk="1" fontAlgn="base" hangingPunct="1">
              <a:spcBef>
                <a:spcPct val="20000"/>
              </a:spcBef>
              <a:spcAft>
                <a:spcPct val="0"/>
              </a:spcAft>
              <a:buChar char="»"/>
              <a:defRPr sz="1800">
                <a:solidFill>
                  <a:schemeClr val="tx1"/>
                </a:solidFill>
                <a:latin typeface="+mn-lt"/>
                <a:ea typeface="+mn-ea"/>
              </a:defRPr>
            </a:lvl9pPr>
          </a:lstStyle>
          <a:p>
            <a:r>
              <a:rPr lang="en-US" kern="0"/>
              <a:t>It will create direct value by reducing energy costs and reduced waste processing costs, and by avoiding pollution taxes that embraces CSR</a:t>
            </a:r>
            <a:r>
              <a:rPr lang="da-DK" kern="0"/>
              <a:t>.</a:t>
            </a:r>
          </a:p>
          <a:p>
            <a:r>
              <a:rPr lang="en-US" kern="0"/>
              <a:t>It will diminish vulnerability regarding future energy costs and other material costs as one would consume less.</a:t>
            </a:r>
          </a:p>
          <a:p>
            <a:r>
              <a:rPr lang="en-US" kern="0"/>
              <a:t>It will be the basis for a sound and positive reputation.</a:t>
            </a:r>
          </a:p>
          <a:p>
            <a:r>
              <a:rPr lang="en-US" kern="0"/>
              <a:t>It might result in a stronger company spirit and a collective company goal </a:t>
            </a:r>
            <a:r>
              <a:rPr lang="da-DK" kern="0" err="1"/>
              <a:t>improving</a:t>
            </a:r>
            <a:r>
              <a:rPr lang="da-DK" kern="0"/>
              <a:t> the </a:t>
            </a:r>
            <a:r>
              <a:rPr lang="da-DK" kern="0" err="1"/>
              <a:t>company’s</a:t>
            </a:r>
            <a:r>
              <a:rPr lang="da-DK" kern="0"/>
              <a:t> </a:t>
            </a:r>
            <a:r>
              <a:rPr lang="da-DK" kern="0" err="1"/>
              <a:t>synergy</a:t>
            </a:r>
            <a:r>
              <a:rPr lang="da-DK" kern="0"/>
              <a:t>.</a:t>
            </a:r>
          </a:p>
          <a:p>
            <a:r>
              <a:rPr lang="en-US" kern="0"/>
              <a:t>It will facilitate the acquirement of licenses. </a:t>
            </a:r>
          </a:p>
          <a:p>
            <a:r>
              <a:rPr lang="en-US" kern="0"/>
              <a:t>It will stimulate learning and innovation. New opportunities and emerging markets</a:t>
            </a:r>
          </a:p>
          <a:p>
            <a:r>
              <a:rPr lang="en-US" kern="0"/>
              <a:t>Last but not least, it will lead to more employee satisfaction. It can fulfill people’s desire for good citizenship. Personal motivation of management and other employees can increase, improving social behavior and other business </a:t>
            </a:r>
            <a:r>
              <a:rPr lang="da-DK" kern="0" err="1"/>
              <a:t>results</a:t>
            </a:r>
            <a:r>
              <a:rPr lang="da-DK" kern="0"/>
              <a:t>.</a:t>
            </a:r>
          </a:p>
        </p:txBody>
      </p:sp>
    </p:spTree>
    <p:extLst>
      <p:ext uri="{BB962C8B-B14F-4D97-AF65-F5344CB8AC3E}">
        <p14:creationId xmlns:p14="http://schemas.microsoft.com/office/powerpoint/2010/main" val="27332746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err="1"/>
              <a:t>Some</a:t>
            </a:r>
            <a:r>
              <a:rPr lang="da-DK"/>
              <a:t> </a:t>
            </a:r>
            <a:r>
              <a:rPr lang="da-DK" err="1"/>
              <a:t>academic</a:t>
            </a:r>
            <a:r>
              <a:rPr lang="da-DK"/>
              <a:t> studies</a:t>
            </a:r>
          </a:p>
        </p:txBody>
      </p:sp>
      <p:sp>
        <p:nvSpPr>
          <p:cNvPr id="3" name="Content Placeholder 2"/>
          <p:cNvSpPr>
            <a:spLocks noGrp="1"/>
          </p:cNvSpPr>
          <p:nvPr>
            <p:ph idx="1"/>
          </p:nvPr>
        </p:nvSpPr>
        <p:spPr/>
        <p:txBody>
          <a:bodyPr/>
          <a:lstStyle/>
          <a:p>
            <a:pPr marL="197485" indent="-197485"/>
            <a:r>
              <a:rPr lang="en-US"/>
              <a:t>Yu et al, 2015</a:t>
            </a:r>
          </a:p>
          <a:p>
            <a:pPr marL="413385" lvl="1" indent="-197485"/>
            <a:r>
              <a:rPr lang="en-US"/>
              <a:t>positive relation between sustainability performance and firm value, after controlling for variables that have been found to affect firm value in the existing literature.</a:t>
            </a:r>
            <a:endParaRPr lang="en-US">
              <a:cs typeface="Arial"/>
            </a:endParaRPr>
          </a:p>
          <a:p>
            <a:pPr marL="197485" indent="-197485"/>
            <a:r>
              <a:rPr lang="en-US"/>
              <a:t>Lourenco et al, 2012</a:t>
            </a:r>
            <a:endParaRPr lang="en-US">
              <a:cs typeface="Arial"/>
            </a:endParaRPr>
          </a:p>
          <a:p>
            <a:pPr marL="413385" lvl="1" indent="-197485"/>
            <a:r>
              <a:rPr lang="en-US"/>
              <a:t>Their  findings  suggest  that  CSP  is positively  associated  with  the  financial  performance  of large  and  profitable  firms  which  are  able  to  signal  their sustainability performance, and has a negative association with the performance of large and profitable firms that are not  able  to  signal  their  sustainability  performance.</a:t>
            </a:r>
            <a:endParaRPr lang="en-US">
              <a:cs typeface="Arial"/>
            </a:endParaRPr>
          </a:p>
          <a:p>
            <a:pPr marL="413385" lvl="1" indent="-197485"/>
            <a:r>
              <a:rPr lang="en-US"/>
              <a:t>CSP has significant explanatory power   for   stock   prices   over   the   traditional   summary accounting  measures  such  as  earnings  and  book  value  of equity.</a:t>
            </a:r>
            <a:endParaRPr lang="en-US">
              <a:cs typeface="Arial"/>
            </a:endParaRPr>
          </a:p>
          <a:p>
            <a:pPr marL="197485" indent="-197485"/>
            <a:r>
              <a:rPr lang="en-US"/>
              <a:t>Lo &amp; Sheu, 2007</a:t>
            </a:r>
            <a:endParaRPr lang="en-US">
              <a:cs typeface="Arial"/>
            </a:endParaRPr>
          </a:p>
          <a:p>
            <a:pPr marL="413385" lvl="1" indent="-197485"/>
            <a:r>
              <a:rPr lang="en-US"/>
              <a:t>a significantly positive relation between corporate sustainability and its market value is found. We also find a strong interaction effect between corporate sustainability and sales growth on firm value.</a:t>
            </a:r>
            <a:endParaRPr lang="en-US">
              <a:cs typeface="Arial"/>
            </a:endParaRPr>
          </a:p>
        </p:txBody>
      </p:sp>
    </p:spTree>
    <p:extLst>
      <p:ext uri="{BB962C8B-B14F-4D97-AF65-F5344CB8AC3E}">
        <p14:creationId xmlns:p14="http://schemas.microsoft.com/office/powerpoint/2010/main" val="23644024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2CE41-CAAF-CFB6-F0BD-A7F95478848F}"/>
              </a:ext>
            </a:extLst>
          </p:cNvPr>
          <p:cNvSpPr>
            <a:spLocks noGrp="1"/>
          </p:cNvSpPr>
          <p:nvPr>
            <p:ph type="title"/>
          </p:nvPr>
        </p:nvSpPr>
        <p:spPr/>
        <p:txBody>
          <a:bodyPr/>
          <a:lstStyle/>
          <a:p>
            <a:r>
              <a:rPr lang="en-US">
                <a:cs typeface="Arial"/>
              </a:rPr>
              <a:t>Different initiatives to engage in </a:t>
            </a:r>
            <a:endParaRPr lang="en-US"/>
          </a:p>
        </p:txBody>
      </p:sp>
      <p:sp>
        <p:nvSpPr>
          <p:cNvPr id="4" name="Content Placeholder 3">
            <a:extLst>
              <a:ext uri="{FF2B5EF4-FFF2-40B4-BE49-F238E27FC236}">
                <a16:creationId xmlns:a16="http://schemas.microsoft.com/office/drawing/2014/main" id="{BEA2172A-325B-05EE-D1AF-05B590B89764}"/>
              </a:ext>
            </a:extLst>
          </p:cNvPr>
          <p:cNvSpPr>
            <a:spLocks noGrp="1"/>
          </p:cNvSpPr>
          <p:nvPr>
            <p:ph idx="1"/>
          </p:nvPr>
        </p:nvSpPr>
        <p:spPr/>
        <p:txBody>
          <a:bodyPr/>
          <a:lstStyle/>
          <a:p>
            <a:pPr marL="197485" indent="-197485"/>
            <a:r>
              <a:rPr lang="en-US" sz="2400">
                <a:solidFill>
                  <a:srgbClr val="2F3EEA"/>
                </a:solidFill>
                <a:cs typeface="Arial"/>
                <a:hlinkClick r:id="rId2">
                  <a:extLst>
                    <a:ext uri="{A12FA001-AC4F-418D-AE19-62706E023703}">
                      <ahyp:hlinkClr xmlns:ahyp="http://schemas.microsoft.com/office/drawing/2018/hyperlinkcolor" xmlns="" val="tx"/>
                    </a:ext>
                  </a:extLst>
                </a:hlinkClick>
              </a:rPr>
              <a:t>UN Global Compact</a:t>
            </a:r>
            <a:endParaRPr lang="en-US" sz="2400">
              <a:solidFill>
                <a:srgbClr val="2F3EEA"/>
              </a:solidFill>
              <a:cs typeface="Arial"/>
            </a:endParaRPr>
          </a:p>
          <a:p>
            <a:pPr marL="197485" indent="-197485"/>
            <a:r>
              <a:rPr lang="da-DK" sz="2400">
                <a:solidFill>
                  <a:srgbClr val="2F3EEA"/>
                </a:solidFill>
                <a:cs typeface="Arial"/>
                <a:hlinkClick r:id="rId3"/>
              </a:rPr>
              <a:t>Science Based Targets Initiative</a:t>
            </a:r>
          </a:p>
          <a:p>
            <a:pPr marL="197485" indent="-197485"/>
            <a:r>
              <a:rPr lang="da-DK" sz="2400">
                <a:solidFill>
                  <a:srgbClr val="2F3EEA"/>
                </a:solidFill>
                <a:cs typeface="Arial"/>
              </a:rPr>
              <a:t>In </a:t>
            </a:r>
            <a:r>
              <a:rPr lang="da-DK" sz="2400" err="1">
                <a:solidFill>
                  <a:srgbClr val="2F3EEA"/>
                </a:solidFill>
                <a:cs typeface="Arial"/>
              </a:rPr>
              <a:t>buildings</a:t>
            </a:r>
            <a:r>
              <a:rPr lang="da-DK" sz="2400">
                <a:solidFill>
                  <a:srgbClr val="2F3EEA"/>
                </a:solidFill>
                <a:cs typeface="Arial"/>
              </a:rPr>
              <a:t> - </a:t>
            </a:r>
            <a:r>
              <a:rPr lang="da-DK" sz="2400">
                <a:solidFill>
                  <a:srgbClr val="2F3EEA"/>
                </a:solidFill>
                <a:cs typeface="Arial"/>
                <a:hlinkClick r:id="rId4"/>
              </a:rPr>
              <a:t>DGNB</a:t>
            </a:r>
            <a:endParaRPr lang="da-DK" sz="2400">
              <a:solidFill>
                <a:srgbClr val="2F3EEA"/>
              </a:solidFill>
              <a:cs typeface="Arial"/>
            </a:endParaRPr>
          </a:p>
          <a:p>
            <a:pPr marL="197485" indent="-197485"/>
            <a:r>
              <a:rPr lang="da-DK" sz="2400" err="1">
                <a:solidFill>
                  <a:srgbClr val="2F3EEA"/>
                </a:solidFill>
                <a:cs typeface="Arial"/>
              </a:rPr>
              <a:t>Etc</a:t>
            </a:r>
            <a:r>
              <a:rPr lang="da-DK" sz="2400">
                <a:solidFill>
                  <a:srgbClr val="2F3EEA"/>
                </a:solidFill>
                <a:cs typeface="Arial"/>
              </a:rPr>
              <a:t> </a:t>
            </a:r>
          </a:p>
          <a:p>
            <a:pPr marL="197485" indent="-197485"/>
            <a:endParaRPr lang="da-DK" sz="2400">
              <a:solidFill>
                <a:srgbClr val="2F3EEA"/>
              </a:solidFill>
              <a:cs typeface="Arial"/>
            </a:endParaRPr>
          </a:p>
        </p:txBody>
      </p:sp>
    </p:spTree>
    <p:extLst>
      <p:ext uri="{BB962C8B-B14F-4D97-AF65-F5344CB8AC3E}">
        <p14:creationId xmlns:p14="http://schemas.microsoft.com/office/powerpoint/2010/main" val="8042883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a:xfrm>
            <a:off x="11506450" y="6562025"/>
            <a:ext cx="432600" cy="316800"/>
          </a:xfrm>
        </p:spPr>
        <p:txBody>
          <a:bodyPr/>
          <a:lstStyle/>
          <a:p>
            <a:fld id="{103EA872-A674-449B-A120-B97244F8E91D}" type="slidenum">
              <a:rPr lang="en-GB" smtClean="0"/>
              <a:pPr/>
              <a:t>8</a:t>
            </a:fld>
            <a:endParaRPr lang="en-GB"/>
          </a:p>
        </p:txBody>
      </p:sp>
      <p:pic>
        <p:nvPicPr>
          <p:cNvPr id="3" name="Picture 2"/>
          <p:cNvPicPr>
            <a:picLocks noChangeAspect="1"/>
          </p:cNvPicPr>
          <p:nvPr/>
        </p:nvPicPr>
        <p:blipFill>
          <a:blip r:embed="rId2"/>
          <a:stretch>
            <a:fillRect/>
          </a:stretch>
        </p:blipFill>
        <p:spPr>
          <a:xfrm>
            <a:off x="2022700" y="1166497"/>
            <a:ext cx="8145012" cy="4525006"/>
          </a:xfrm>
          <a:prstGeom prst="rect">
            <a:avLst/>
          </a:prstGeom>
        </p:spPr>
      </p:pic>
    </p:spTree>
    <p:extLst>
      <p:ext uri="{BB962C8B-B14F-4D97-AF65-F5344CB8AC3E}">
        <p14:creationId xmlns:p14="http://schemas.microsoft.com/office/powerpoint/2010/main" val="42405096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103EA872-A674-449B-A120-B97244F8E91D}" type="slidenum">
              <a:rPr lang="en-GB" smtClean="0"/>
              <a:pPr/>
              <a:t>9</a:t>
            </a:fld>
            <a:endParaRPr lang="en-GB"/>
          </a:p>
        </p:txBody>
      </p:sp>
      <p:pic>
        <p:nvPicPr>
          <p:cNvPr id="3" name="Picture 2"/>
          <p:cNvPicPr>
            <a:picLocks noChangeAspect="1"/>
          </p:cNvPicPr>
          <p:nvPr/>
        </p:nvPicPr>
        <p:blipFill>
          <a:blip r:embed="rId2"/>
          <a:stretch>
            <a:fillRect/>
          </a:stretch>
        </p:blipFill>
        <p:spPr>
          <a:xfrm>
            <a:off x="2713359" y="766391"/>
            <a:ext cx="6763694" cy="5325218"/>
          </a:xfrm>
          <a:prstGeom prst="rect">
            <a:avLst/>
          </a:prstGeom>
        </p:spPr>
      </p:pic>
    </p:spTree>
    <p:extLst>
      <p:ext uri="{BB962C8B-B14F-4D97-AF65-F5344CB8AC3E}">
        <p14:creationId xmlns:p14="http://schemas.microsoft.com/office/powerpoint/2010/main" val="13984363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103EA872-A674-449B-A120-B97244F8E91D}" type="slidenum">
              <a:rPr lang="en-GB" smtClean="0"/>
              <a:pPr/>
              <a:t>10</a:t>
            </a:fld>
            <a:endParaRPr lang="en-GB"/>
          </a:p>
        </p:txBody>
      </p:sp>
      <p:pic>
        <p:nvPicPr>
          <p:cNvPr id="3" name="Picture 2"/>
          <p:cNvPicPr>
            <a:picLocks noChangeAspect="1"/>
          </p:cNvPicPr>
          <p:nvPr/>
        </p:nvPicPr>
        <p:blipFill>
          <a:blip r:embed="rId2"/>
          <a:stretch>
            <a:fillRect/>
          </a:stretch>
        </p:blipFill>
        <p:spPr>
          <a:xfrm>
            <a:off x="3032491" y="1104575"/>
            <a:ext cx="6125430" cy="4648849"/>
          </a:xfrm>
          <a:prstGeom prst="rect">
            <a:avLst/>
          </a:prstGeom>
        </p:spPr>
      </p:pic>
    </p:spTree>
    <p:extLst>
      <p:ext uri="{BB962C8B-B14F-4D97-AF65-F5344CB8AC3E}">
        <p14:creationId xmlns:p14="http://schemas.microsoft.com/office/powerpoint/2010/main" val="15889600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774726" y="116632"/>
            <a:ext cx="9312374" cy="972716"/>
          </a:xfrm>
        </p:spPr>
        <p:txBody>
          <a:bodyPr/>
          <a:lstStyle/>
          <a:p>
            <a:r>
              <a:rPr lang="da-DK"/>
              <a:t>Reporting</a:t>
            </a:r>
          </a:p>
        </p:txBody>
      </p:sp>
      <p:sp>
        <p:nvSpPr>
          <p:cNvPr id="3" name="Pladsholder til slidenummer 2"/>
          <p:cNvSpPr>
            <a:spLocks noGrp="1"/>
          </p:cNvSpPr>
          <p:nvPr>
            <p:ph type="sldNum" sz="quarter" idx="11"/>
          </p:nvPr>
        </p:nvSpPr>
        <p:spPr/>
        <p:txBody>
          <a:bodyPr/>
          <a:lstStyle/>
          <a:p>
            <a:fld id="{103EA872-A674-449B-A120-B97244F8E91D}" type="slidenum">
              <a:rPr lang="en-GB" smtClean="0"/>
              <a:pPr/>
              <a:t>11</a:t>
            </a:fld>
            <a:endParaRPr lang="en-GB"/>
          </a:p>
        </p:txBody>
      </p:sp>
      <p:pic>
        <p:nvPicPr>
          <p:cNvPr id="2050" name="Picture 2" descr="https://miro.medium.com/max/800/1*rjeOyCYrT5Ubv73HulGkn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726" y="1165695"/>
            <a:ext cx="6912768" cy="5184576"/>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bwMode="auto">
          <a:xfrm>
            <a:off x="8471470" y="2852936"/>
            <a:ext cx="0" cy="720080"/>
          </a:xfrm>
          <a:prstGeom prst="straightConnector1">
            <a:avLst/>
          </a:prstGeom>
          <a:ln>
            <a:headEnd type="oval" w="med" len="med"/>
            <a:tailEnd type="none"/>
          </a:ln>
        </p:spPr>
        <p:style>
          <a:lnRef idx="2">
            <a:schemeClr val="dk1"/>
          </a:lnRef>
          <a:fillRef idx="0">
            <a:schemeClr val="dk1"/>
          </a:fillRef>
          <a:effectRef idx="1">
            <a:schemeClr val="dk1"/>
          </a:effectRef>
          <a:fontRef idx="minor">
            <a:schemeClr val="tx1"/>
          </a:fontRef>
        </p:style>
      </p:cxnSp>
      <p:sp>
        <p:nvSpPr>
          <p:cNvPr id="6" name="TextBox 5"/>
          <p:cNvSpPr txBox="1"/>
          <p:nvPr/>
        </p:nvSpPr>
        <p:spPr>
          <a:xfrm>
            <a:off x="8255446" y="2360493"/>
            <a:ext cx="792088" cy="492443"/>
          </a:xfrm>
          <a:prstGeom prst="rect">
            <a:avLst/>
          </a:prstGeom>
          <a:noFill/>
        </p:spPr>
        <p:txBody>
          <a:bodyPr wrap="square" lIns="0" tIns="0" rIns="0" bIns="0" rtlCol="0">
            <a:spAutoFit/>
          </a:bodyPr>
          <a:lstStyle/>
          <a:p>
            <a:pPr algn="l">
              <a:spcBef>
                <a:spcPts val="432"/>
              </a:spcBef>
            </a:pPr>
            <a:r>
              <a:rPr lang="da-DK">
                <a:latin typeface="+mn-lt"/>
              </a:rPr>
              <a:t>CSRD, 2024</a:t>
            </a:r>
          </a:p>
        </p:txBody>
      </p:sp>
      <p:cxnSp>
        <p:nvCxnSpPr>
          <p:cNvPr id="8" name="Straight Arrow Connector 7"/>
          <p:cNvCxnSpPr/>
          <p:nvPr/>
        </p:nvCxnSpPr>
        <p:spPr bwMode="auto">
          <a:xfrm flipH="1">
            <a:off x="7103318" y="2708920"/>
            <a:ext cx="432048" cy="864096"/>
          </a:xfrm>
          <a:prstGeom prst="straightConnector1">
            <a:avLst/>
          </a:prstGeom>
          <a:ln>
            <a:headEnd type="oval" w="med" len="med"/>
            <a:tailEnd type="none"/>
          </a:ln>
        </p:spPr>
        <p:style>
          <a:lnRef idx="2">
            <a:schemeClr val="dk1"/>
          </a:lnRef>
          <a:fillRef idx="0">
            <a:schemeClr val="dk1"/>
          </a:fillRef>
          <a:effectRef idx="1">
            <a:schemeClr val="dk1"/>
          </a:effectRef>
          <a:fontRef idx="minor">
            <a:schemeClr val="tx1"/>
          </a:fontRef>
        </p:style>
      </p:cxnSp>
      <p:sp>
        <p:nvSpPr>
          <p:cNvPr id="9" name="TextBox 8"/>
          <p:cNvSpPr txBox="1"/>
          <p:nvPr/>
        </p:nvSpPr>
        <p:spPr>
          <a:xfrm>
            <a:off x="7319342" y="2216477"/>
            <a:ext cx="792088" cy="492443"/>
          </a:xfrm>
          <a:prstGeom prst="rect">
            <a:avLst/>
          </a:prstGeom>
          <a:noFill/>
        </p:spPr>
        <p:txBody>
          <a:bodyPr wrap="square" lIns="0" tIns="0" rIns="0" bIns="0" rtlCol="0">
            <a:spAutoFit/>
          </a:bodyPr>
          <a:lstStyle/>
          <a:p>
            <a:pPr algn="l">
              <a:spcBef>
                <a:spcPts val="432"/>
              </a:spcBef>
            </a:pPr>
            <a:r>
              <a:rPr lang="da-DK">
                <a:latin typeface="+mn-lt"/>
              </a:rPr>
              <a:t>NFRD, 2014</a:t>
            </a:r>
          </a:p>
        </p:txBody>
      </p:sp>
    </p:spTree>
    <p:extLst>
      <p:ext uri="{BB962C8B-B14F-4D97-AF65-F5344CB8AC3E}">
        <p14:creationId xmlns:p14="http://schemas.microsoft.com/office/powerpoint/2010/main" val="29477882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da-DK"/>
          </a:p>
        </p:txBody>
      </p:sp>
      <p:sp>
        <p:nvSpPr>
          <p:cNvPr id="3" name="Pladsholder til slidenummer 2"/>
          <p:cNvSpPr>
            <a:spLocks noGrp="1"/>
          </p:cNvSpPr>
          <p:nvPr>
            <p:ph type="sldNum" sz="quarter" idx="11"/>
          </p:nvPr>
        </p:nvSpPr>
        <p:spPr/>
        <p:txBody>
          <a:bodyPr/>
          <a:lstStyle/>
          <a:p>
            <a:fld id="{103EA872-A674-449B-A120-B97244F8E91D}" type="slidenum">
              <a:rPr lang="en-GB" smtClean="0"/>
              <a:pPr/>
              <a:t>12</a:t>
            </a:fld>
            <a:endParaRPr lang="en-GB"/>
          </a:p>
        </p:txBody>
      </p:sp>
      <p:sp>
        <p:nvSpPr>
          <p:cNvPr id="4" name="Tekstfelt 3"/>
          <p:cNvSpPr txBox="1"/>
          <p:nvPr/>
        </p:nvSpPr>
        <p:spPr>
          <a:xfrm>
            <a:off x="1990750" y="1988840"/>
            <a:ext cx="8280920" cy="1159292"/>
          </a:xfrm>
          <a:prstGeom prst="rect">
            <a:avLst/>
          </a:prstGeom>
          <a:noFill/>
        </p:spPr>
        <p:txBody>
          <a:bodyPr wrap="square" lIns="0" tIns="0" rIns="0" bIns="0" rtlCol="0" anchor="t">
            <a:spAutoFit/>
          </a:bodyPr>
          <a:lstStyle/>
          <a:p>
            <a:pPr>
              <a:spcBef>
                <a:spcPts val="432"/>
              </a:spcBef>
            </a:pPr>
            <a:r>
              <a:rPr lang="da-DK" sz="2400" cap="all">
                <a:latin typeface="Verdana"/>
                <a:ea typeface="ＭＳ Ｐゴシック"/>
                <a:hlinkClick r:id="rId3"/>
              </a:rPr>
              <a:t>Nasdaq ESG (environmental, social and governance) REPORTING GUIDE</a:t>
            </a:r>
          </a:p>
          <a:p>
            <a:pPr>
              <a:spcBef>
                <a:spcPts val="432"/>
              </a:spcBef>
            </a:pPr>
            <a:endParaRPr lang="da-DK" sz="2400">
              <a:latin typeface="+mn-lt"/>
              <a:ea typeface="ＭＳ Ｐゴシック"/>
            </a:endParaRPr>
          </a:p>
        </p:txBody>
      </p:sp>
    </p:spTree>
    <p:extLst>
      <p:ext uri="{BB962C8B-B14F-4D97-AF65-F5344CB8AC3E}">
        <p14:creationId xmlns:p14="http://schemas.microsoft.com/office/powerpoint/2010/main" val="1016335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88807-78E7-9451-2512-6319206E5A57}"/>
              </a:ext>
            </a:extLst>
          </p:cNvPr>
          <p:cNvSpPr>
            <a:spLocks noGrp="1"/>
          </p:cNvSpPr>
          <p:nvPr>
            <p:ph type="title"/>
          </p:nvPr>
        </p:nvSpPr>
        <p:spPr>
          <a:xfrm>
            <a:off x="1439019" y="364797"/>
            <a:ext cx="9312374" cy="482593"/>
          </a:xfrm>
        </p:spPr>
        <p:txBody>
          <a:bodyPr/>
          <a:lstStyle/>
          <a:p>
            <a:r>
              <a:rPr lang="en-GB"/>
              <a:t>Streamlining diverse approaches </a:t>
            </a:r>
          </a:p>
        </p:txBody>
      </p:sp>
      <p:sp>
        <p:nvSpPr>
          <p:cNvPr id="4" name="Content Placeholder 3">
            <a:extLst>
              <a:ext uri="{FF2B5EF4-FFF2-40B4-BE49-F238E27FC236}">
                <a16:creationId xmlns:a16="http://schemas.microsoft.com/office/drawing/2014/main" id="{A6EE91A3-E0B1-9D5B-FCFF-9C3E3301BDED}"/>
              </a:ext>
            </a:extLst>
          </p:cNvPr>
          <p:cNvSpPr>
            <a:spLocks noGrp="1"/>
          </p:cNvSpPr>
          <p:nvPr>
            <p:ph idx="1"/>
          </p:nvPr>
        </p:nvSpPr>
        <p:spPr/>
        <p:txBody>
          <a:bodyPr/>
          <a:lstStyle/>
          <a:p>
            <a:r>
              <a:rPr lang="en-GB" sz="2800"/>
              <a:t>EU Requirements</a:t>
            </a:r>
            <a:endParaRPr lang="en-GB" sz="2400"/>
          </a:p>
          <a:p>
            <a:pPr lvl="1"/>
            <a:r>
              <a:rPr lang="en-GB" sz="2400"/>
              <a:t>Corporate Sustainability Reporting Directive</a:t>
            </a:r>
          </a:p>
          <a:p>
            <a:pPr lvl="1"/>
            <a:r>
              <a:rPr lang="en-GB" sz="2400"/>
              <a:t>Non-Financial Reporting Directive</a:t>
            </a:r>
          </a:p>
          <a:p>
            <a:endParaRPr lang="en-GB" sz="2400"/>
          </a:p>
          <a:p>
            <a:endParaRPr lang="en-GB" sz="2800"/>
          </a:p>
          <a:p>
            <a:r>
              <a:rPr lang="en-GB" sz="2800"/>
              <a:t>How?</a:t>
            </a:r>
          </a:p>
          <a:p>
            <a:pPr lvl="1"/>
            <a:r>
              <a:rPr lang="en-GB" sz="2400">
                <a:hlinkClick r:id="rId2"/>
              </a:rPr>
              <a:t>European Sustainability Reporting Standards</a:t>
            </a:r>
            <a:endParaRPr lang="en-GB" sz="2400"/>
          </a:p>
          <a:p>
            <a:pPr lvl="1"/>
            <a:r>
              <a:rPr lang="en-GB" sz="2400"/>
              <a:t>Technical Screening Criteria</a:t>
            </a:r>
          </a:p>
        </p:txBody>
      </p:sp>
      <p:sp>
        <p:nvSpPr>
          <p:cNvPr id="3" name="Slide Number Placeholder 2">
            <a:extLst>
              <a:ext uri="{FF2B5EF4-FFF2-40B4-BE49-F238E27FC236}">
                <a16:creationId xmlns:a16="http://schemas.microsoft.com/office/drawing/2014/main" id="{EE14A438-E686-437C-0FE4-BC498893D80D}"/>
              </a:ext>
            </a:extLst>
          </p:cNvPr>
          <p:cNvSpPr>
            <a:spLocks noGrp="1"/>
          </p:cNvSpPr>
          <p:nvPr>
            <p:ph type="sldNum" sz="quarter" idx="11"/>
          </p:nvPr>
        </p:nvSpPr>
        <p:spPr/>
        <p:txBody>
          <a:bodyPr/>
          <a:lstStyle/>
          <a:p>
            <a:fld id="{103EA872-A674-449B-A120-B97244F8E91D}" type="slidenum">
              <a:rPr lang="en-GB" smtClean="0"/>
              <a:pPr/>
              <a:t>13</a:t>
            </a:fld>
            <a:endParaRPr lang="en-GB"/>
          </a:p>
        </p:txBody>
      </p:sp>
    </p:spTree>
    <p:extLst>
      <p:ext uri="{BB962C8B-B14F-4D97-AF65-F5344CB8AC3E}">
        <p14:creationId xmlns:p14="http://schemas.microsoft.com/office/powerpoint/2010/main" val="3987573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0670" y="364797"/>
            <a:ext cx="9312374" cy="482593"/>
          </a:xfrm>
        </p:spPr>
        <p:txBody>
          <a:bodyPr/>
          <a:lstStyle/>
          <a:p>
            <a:r>
              <a:rPr lang="da-DK"/>
              <a:t>Non-</a:t>
            </a:r>
            <a:r>
              <a:rPr lang="da-DK" err="1"/>
              <a:t>financial</a:t>
            </a:r>
            <a:r>
              <a:rPr lang="da-DK"/>
              <a:t> </a:t>
            </a:r>
            <a:r>
              <a:rPr lang="da-DK" err="1"/>
              <a:t>reporting</a:t>
            </a:r>
            <a:r>
              <a:rPr lang="da-DK"/>
              <a:t> </a:t>
            </a:r>
            <a:r>
              <a:rPr lang="da-DK" err="1"/>
              <a:t>requirements</a:t>
            </a:r>
            <a:r>
              <a:rPr lang="da-DK"/>
              <a:t>	</a:t>
            </a:r>
          </a:p>
        </p:txBody>
      </p:sp>
      <p:sp>
        <p:nvSpPr>
          <p:cNvPr id="4" name="Content Placeholder 3"/>
          <p:cNvSpPr>
            <a:spLocks noGrp="1"/>
          </p:cNvSpPr>
          <p:nvPr>
            <p:ph idx="1"/>
          </p:nvPr>
        </p:nvSpPr>
        <p:spPr>
          <a:xfrm>
            <a:off x="1342402" y="1156211"/>
            <a:ext cx="10380348" cy="4545578"/>
          </a:xfrm>
        </p:spPr>
        <p:txBody>
          <a:bodyPr/>
          <a:lstStyle/>
          <a:p>
            <a:r>
              <a:rPr lang="da-DK" sz="2000"/>
              <a:t>EU-</a:t>
            </a:r>
            <a:r>
              <a:rPr lang="da-DK" sz="2000" err="1"/>
              <a:t>directive</a:t>
            </a:r>
            <a:endParaRPr lang="da-DK" sz="2000"/>
          </a:p>
          <a:p>
            <a:pPr lvl="1"/>
            <a:r>
              <a:rPr lang="da-DK" sz="2000"/>
              <a:t>&gt;500 </a:t>
            </a:r>
            <a:r>
              <a:rPr lang="da-DK" sz="2000" err="1"/>
              <a:t>employees</a:t>
            </a:r>
            <a:r>
              <a:rPr lang="da-DK" sz="2000"/>
              <a:t> (from 2025 &gt;250 </a:t>
            </a:r>
            <a:r>
              <a:rPr lang="da-DK" sz="2000" err="1"/>
              <a:t>employees</a:t>
            </a:r>
            <a:r>
              <a:rPr lang="da-DK" sz="2000"/>
              <a:t>; from 2026 all </a:t>
            </a:r>
            <a:r>
              <a:rPr lang="da-DK" sz="2000" err="1"/>
              <a:t>quoted</a:t>
            </a:r>
            <a:r>
              <a:rPr lang="da-DK" sz="2000"/>
              <a:t> </a:t>
            </a:r>
            <a:r>
              <a:rPr lang="da-DK" sz="2000" err="1"/>
              <a:t>companies</a:t>
            </a:r>
            <a:r>
              <a:rPr lang="da-DK" sz="2000"/>
              <a:t>)</a:t>
            </a:r>
          </a:p>
          <a:p>
            <a:pPr lvl="1"/>
            <a:r>
              <a:rPr lang="en-US" sz="2000"/>
              <a:t>Business model and strategy</a:t>
            </a:r>
          </a:p>
          <a:p>
            <a:pPr lvl="1"/>
            <a:r>
              <a:rPr lang="en-US" sz="2000"/>
              <a:t>Sustainability policies</a:t>
            </a:r>
          </a:p>
          <a:p>
            <a:pPr lvl="1"/>
            <a:r>
              <a:rPr lang="en-US" sz="2000"/>
              <a:t>Performance:</a:t>
            </a:r>
          </a:p>
          <a:p>
            <a:pPr lvl="3"/>
            <a:r>
              <a:rPr lang="en-US" sz="2000"/>
              <a:t>environmental matters</a:t>
            </a:r>
          </a:p>
          <a:p>
            <a:pPr lvl="2"/>
            <a:r>
              <a:rPr lang="en-US" sz="2000"/>
              <a:t>social matters and treatment of employees</a:t>
            </a:r>
          </a:p>
          <a:p>
            <a:pPr lvl="2"/>
            <a:r>
              <a:rPr lang="en-US" sz="2000"/>
              <a:t>respect for human rights</a:t>
            </a:r>
          </a:p>
          <a:p>
            <a:pPr lvl="2"/>
            <a:r>
              <a:rPr lang="en-US" sz="2000"/>
              <a:t>anti-corruption and bribery</a:t>
            </a:r>
          </a:p>
          <a:p>
            <a:pPr lvl="2"/>
            <a:r>
              <a:rPr lang="en-US" sz="2000"/>
              <a:t>diversity on company boards (in terms of age, gender, educational and professional background)</a:t>
            </a:r>
          </a:p>
          <a:p>
            <a:pPr lvl="2"/>
            <a:r>
              <a:rPr lang="en-US" sz="2000"/>
              <a:t>……</a:t>
            </a:r>
          </a:p>
          <a:p>
            <a:pPr lvl="1"/>
            <a:endParaRPr lang="da-DK" sz="2000"/>
          </a:p>
          <a:p>
            <a:pPr lvl="1"/>
            <a:r>
              <a:rPr lang="da-DK" sz="2000"/>
              <a:t>EU </a:t>
            </a:r>
            <a:r>
              <a:rPr lang="da-DK" sz="2000" err="1"/>
              <a:t>reporting</a:t>
            </a:r>
            <a:r>
              <a:rPr lang="da-DK" sz="2000"/>
              <a:t> standards ESRS </a:t>
            </a:r>
            <a:r>
              <a:rPr lang="da-DK" sz="2000" err="1"/>
              <a:t>developed</a:t>
            </a:r>
            <a:r>
              <a:rPr lang="da-DK" sz="2000"/>
              <a:t> by</a:t>
            </a:r>
            <a:r>
              <a:rPr lang="en-US" sz="2000"/>
              <a:t> </a:t>
            </a:r>
            <a:r>
              <a:rPr lang="en-US" sz="2000" u="sng">
                <a:hlinkClick r:id="rId2"/>
              </a:rPr>
              <a:t>European Financial Reporting Advisory Group (EFRAG)</a:t>
            </a:r>
            <a:endParaRPr lang="da-DK" sz="2000"/>
          </a:p>
        </p:txBody>
      </p:sp>
      <p:sp>
        <p:nvSpPr>
          <p:cNvPr id="3" name="Slide Number Placeholder 2"/>
          <p:cNvSpPr>
            <a:spLocks noGrp="1"/>
          </p:cNvSpPr>
          <p:nvPr>
            <p:ph type="sldNum" sz="quarter" idx="11"/>
          </p:nvPr>
        </p:nvSpPr>
        <p:spPr/>
        <p:txBody>
          <a:bodyPr/>
          <a:lstStyle/>
          <a:p>
            <a:fld id="{103EA872-A674-449B-A120-B97244F8E91D}" type="slidenum">
              <a:rPr lang="en-GB" smtClean="0"/>
              <a:pPr/>
              <a:t>14</a:t>
            </a:fld>
            <a:endParaRPr lang="en-GB"/>
          </a:p>
        </p:txBody>
      </p:sp>
    </p:spTree>
    <p:extLst>
      <p:ext uri="{BB962C8B-B14F-4D97-AF65-F5344CB8AC3E}">
        <p14:creationId xmlns:p14="http://schemas.microsoft.com/office/powerpoint/2010/main" val="23015341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European </a:t>
            </a:r>
            <a:r>
              <a:rPr lang="da-DK" err="1"/>
              <a:t>Taxonomy</a:t>
            </a:r>
            <a:r>
              <a:rPr lang="da-DK"/>
              <a:t> for </a:t>
            </a:r>
            <a:r>
              <a:rPr lang="da-DK" err="1"/>
              <a:t>sustainable</a:t>
            </a:r>
            <a:r>
              <a:rPr lang="da-DK"/>
              <a:t> </a:t>
            </a:r>
            <a:r>
              <a:rPr lang="da-DK" err="1"/>
              <a:t>investment</a:t>
            </a:r>
            <a:endParaRPr lang="da-DK"/>
          </a:p>
        </p:txBody>
      </p:sp>
      <p:sp>
        <p:nvSpPr>
          <p:cNvPr id="3" name="Pladsholder til slidenummer 2"/>
          <p:cNvSpPr>
            <a:spLocks noGrp="1"/>
          </p:cNvSpPr>
          <p:nvPr>
            <p:ph type="sldNum" sz="quarter" idx="11"/>
          </p:nvPr>
        </p:nvSpPr>
        <p:spPr/>
        <p:txBody>
          <a:bodyPr/>
          <a:lstStyle/>
          <a:p>
            <a:fld id="{103EA872-A674-449B-A120-B97244F8E91D}" type="slidenum">
              <a:rPr lang="en-GB" smtClean="0"/>
              <a:pPr/>
              <a:t>15</a:t>
            </a:fld>
            <a:endParaRPr lang="en-GB"/>
          </a:p>
        </p:txBody>
      </p:sp>
      <p:pic>
        <p:nvPicPr>
          <p:cNvPr id="4" name="Billede 3"/>
          <p:cNvPicPr>
            <a:picLocks noChangeAspect="1"/>
          </p:cNvPicPr>
          <p:nvPr/>
        </p:nvPicPr>
        <p:blipFill>
          <a:blip r:embed="rId2"/>
          <a:stretch>
            <a:fillRect/>
          </a:stretch>
        </p:blipFill>
        <p:spPr>
          <a:xfrm>
            <a:off x="1774726" y="1411872"/>
            <a:ext cx="5040560" cy="5135349"/>
          </a:xfrm>
          <a:prstGeom prst="rect">
            <a:avLst/>
          </a:prstGeom>
        </p:spPr>
      </p:pic>
    </p:spTree>
    <p:extLst>
      <p:ext uri="{BB962C8B-B14F-4D97-AF65-F5344CB8AC3E}">
        <p14:creationId xmlns:p14="http://schemas.microsoft.com/office/powerpoint/2010/main" val="22774576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97826-54E7-3A5C-1F77-864F28F6FFD3}"/>
              </a:ext>
            </a:extLst>
          </p:cNvPr>
          <p:cNvSpPr>
            <a:spLocks noGrp="1"/>
          </p:cNvSpPr>
          <p:nvPr>
            <p:ph type="title"/>
          </p:nvPr>
        </p:nvSpPr>
        <p:spPr>
          <a:xfrm>
            <a:off x="1774726" y="426127"/>
            <a:ext cx="9312374" cy="554601"/>
          </a:xfrm>
        </p:spPr>
        <p:txBody>
          <a:bodyPr/>
          <a:lstStyle/>
          <a:p>
            <a:r>
              <a:rPr lang="en-GB">
                <a:hlinkClick r:id="rId2"/>
              </a:rPr>
              <a:t>Taxonomy Regulation</a:t>
            </a:r>
            <a:endParaRPr lang="en-GB"/>
          </a:p>
        </p:txBody>
      </p:sp>
      <p:sp>
        <p:nvSpPr>
          <p:cNvPr id="3" name="Content Placeholder 2">
            <a:extLst>
              <a:ext uri="{FF2B5EF4-FFF2-40B4-BE49-F238E27FC236}">
                <a16:creationId xmlns:a16="http://schemas.microsoft.com/office/drawing/2014/main" id="{5EFC12D4-A7A0-9F00-83E2-FF25FB6408EE}"/>
              </a:ext>
            </a:extLst>
          </p:cNvPr>
          <p:cNvSpPr>
            <a:spLocks noGrp="1"/>
          </p:cNvSpPr>
          <p:nvPr>
            <p:ph idx="1"/>
          </p:nvPr>
        </p:nvSpPr>
        <p:spPr>
          <a:xfrm>
            <a:off x="1774726" y="1340768"/>
            <a:ext cx="9793088" cy="4545578"/>
          </a:xfrm>
        </p:spPr>
        <p:txBody>
          <a:bodyPr/>
          <a:lstStyle/>
          <a:p>
            <a:r>
              <a:rPr lang="en-US" sz="2400"/>
              <a:t>environmental objectives: </a:t>
            </a:r>
          </a:p>
          <a:p>
            <a:pPr lvl="1"/>
            <a:r>
              <a:rPr lang="en-US" sz="2400"/>
              <a:t>1. climate change mitigation; </a:t>
            </a:r>
          </a:p>
          <a:p>
            <a:pPr lvl="1"/>
            <a:r>
              <a:rPr lang="en-US" sz="2400"/>
              <a:t>2. climate change adaptation; </a:t>
            </a:r>
          </a:p>
          <a:p>
            <a:pPr lvl="1"/>
            <a:r>
              <a:rPr lang="en-US" sz="2400"/>
              <a:t>3. the sustainable use and protection of water and marine resources; </a:t>
            </a:r>
          </a:p>
          <a:p>
            <a:pPr lvl="1"/>
            <a:r>
              <a:rPr lang="en-US" sz="2400"/>
              <a:t>4. the transition to a circular economy; </a:t>
            </a:r>
          </a:p>
          <a:p>
            <a:pPr lvl="1"/>
            <a:r>
              <a:rPr lang="en-US" sz="2400"/>
              <a:t>5. pollution prevention and control; </a:t>
            </a:r>
          </a:p>
          <a:p>
            <a:pPr lvl="1"/>
            <a:r>
              <a:rPr lang="en-US" sz="2400"/>
              <a:t>6. the protection and restoration of biodiversity and ecosystem</a:t>
            </a:r>
          </a:p>
          <a:p>
            <a:pPr lvl="1"/>
            <a:endParaRPr lang="en-US" sz="2400"/>
          </a:p>
          <a:p>
            <a:r>
              <a:rPr lang="en-US" sz="2400"/>
              <a:t>Social objectives (to come):</a:t>
            </a:r>
          </a:p>
          <a:p>
            <a:pPr lvl="1"/>
            <a:r>
              <a:rPr lang="en-US" sz="2400"/>
              <a:t>1. employees;</a:t>
            </a:r>
          </a:p>
          <a:p>
            <a:pPr lvl="1"/>
            <a:r>
              <a:rPr lang="en-US" sz="2400"/>
              <a:t>2. customers;</a:t>
            </a:r>
          </a:p>
          <a:p>
            <a:pPr lvl="1"/>
            <a:r>
              <a:rPr lang="en-US" sz="2400"/>
              <a:t>3. sustainable and inclusive communities</a:t>
            </a:r>
            <a:endParaRPr lang="en-GB" sz="2400"/>
          </a:p>
        </p:txBody>
      </p:sp>
      <p:sp>
        <p:nvSpPr>
          <p:cNvPr id="4" name="Slide Number Placeholder 3">
            <a:extLst>
              <a:ext uri="{FF2B5EF4-FFF2-40B4-BE49-F238E27FC236}">
                <a16:creationId xmlns:a16="http://schemas.microsoft.com/office/drawing/2014/main" id="{59187011-3D67-3C50-0959-193BC29FAE8B}"/>
              </a:ext>
            </a:extLst>
          </p:cNvPr>
          <p:cNvSpPr>
            <a:spLocks noGrp="1"/>
          </p:cNvSpPr>
          <p:nvPr>
            <p:ph type="sldNum" sz="quarter" idx="11"/>
          </p:nvPr>
        </p:nvSpPr>
        <p:spPr/>
        <p:txBody>
          <a:bodyPr/>
          <a:lstStyle/>
          <a:p>
            <a:fld id="{103EA872-A674-449B-A120-B97244F8E91D}" type="slidenum">
              <a:rPr lang="en-GB" smtClean="0"/>
              <a:pPr/>
              <a:t>16</a:t>
            </a:fld>
            <a:endParaRPr lang="en-GB"/>
          </a:p>
        </p:txBody>
      </p:sp>
    </p:spTree>
    <p:extLst>
      <p:ext uri="{BB962C8B-B14F-4D97-AF65-F5344CB8AC3E}">
        <p14:creationId xmlns:p14="http://schemas.microsoft.com/office/powerpoint/2010/main" val="18061478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err="1" smtClean="0"/>
              <a:t>Take</a:t>
            </a:r>
            <a:r>
              <a:rPr lang="da-DK" dirty="0" smtClean="0"/>
              <a:t> home </a:t>
            </a:r>
            <a:r>
              <a:rPr lang="da-DK" dirty="0" err="1" smtClean="0"/>
              <a:t>messages</a:t>
            </a:r>
            <a:endParaRPr lang="da-DK" dirty="0"/>
          </a:p>
        </p:txBody>
      </p:sp>
      <p:sp>
        <p:nvSpPr>
          <p:cNvPr id="3" name="Content Placeholder 2"/>
          <p:cNvSpPr>
            <a:spLocks noGrp="1"/>
          </p:cNvSpPr>
          <p:nvPr>
            <p:ph idx="1"/>
          </p:nvPr>
        </p:nvSpPr>
        <p:spPr/>
        <p:txBody>
          <a:bodyPr/>
          <a:lstStyle/>
          <a:p>
            <a:r>
              <a:rPr lang="da-DK" dirty="0" err="1" smtClean="0"/>
              <a:t>Engaging</a:t>
            </a:r>
            <a:r>
              <a:rPr lang="da-DK" dirty="0" smtClean="0"/>
              <a:t> in </a:t>
            </a:r>
            <a:r>
              <a:rPr lang="da-DK" dirty="0" err="1" smtClean="0"/>
              <a:t>sustainability</a:t>
            </a:r>
            <a:r>
              <a:rPr lang="da-DK" dirty="0" smtClean="0"/>
              <a:t> </a:t>
            </a:r>
            <a:r>
              <a:rPr lang="da-DK" dirty="0" err="1" smtClean="0"/>
              <a:t>can</a:t>
            </a:r>
            <a:r>
              <a:rPr lang="da-DK" dirty="0" smtClean="0"/>
              <a:t> have positive </a:t>
            </a:r>
            <a:r>
              <a:rPr lang="da-DK" dirty="0" err="1" smtClean="0"/>
              <a:t>effect</a:t>
            </a:r>
            <a:r>
              <a:rPr lang="da-DK" dirty="0" smtClean="0"/>
              <a:t> on </a:t>
            </a:r>
            <a:r>
              <a:rPr lang="da-DK" dirty="0" err="1" smtClean="0"/>
              <a:t>companies</a:t>
            </a:r>
            <a:endParaRPr lang="da-DK" dirty="0" smtClean="0"/>
          </a:p>
          <a:p>
            <a:r>
              <a:rPr lang="da-DK" dirty="0" smtClean="0"/>
              <a:t>An </a:t>
            </a:r>
            <a:r>
              <a:rPr lang="da-DK" dirty="0" err="1" smtClean="0"/>
              <a:t>increasing</a:t>
            </a:r>
            <a:r>
              <a:rPr lang="da-DK" dirty="0" smtClean="0"/>
              <a:t> </a:t>
            </a:r>
            <a:r>
              <a:rPr lang="da-DK" dirty="0" err="1" smtClean="0"/>
              <a:t>focus</a:t>
            </a:r>
            <a:r>
              <a:rPr lang="da-DK" dirty="0" smtClean="0"/>
              <a:t> on </a:t>
            </a:r>
            <a:r>
              <a:rPr lang="da-DK" dirty="0" err="1" smtClean="0"/>
              <a:t>sustainability</a:t>
            </a:r>
            <a:r>
              <a:rPr lang="da-DK" dirty="0" smtClean="0"/>
              <a:t> from society </a:t>
            </a:r>
            <a:r>
              <a:rPr lang="da-DK" dirty="0" err="1" smtClean="0"/>
              <a:t>incl</a:t>
            </a:r>
            <a:r>
              <a:rPr lang="da-DK" dirty="0" smtClean="0"/>
              <a:t>. </a:t>
            </a:r>
            <a:r>
              <a:rPr lang="da-DK" dirty="0" err="1" smtClean="0"/>
              <a:t>Authorities</a:t>
            </a:r>
            <a:endParaRPr lang="da-DK" dirty="0" smtClean="0"/>
          </a:p>
          <a:p>
            <a:r>
              <a:rPr lang="da-DK" dirty="0" err="1" smtClean="0"/>
              <a:t>Requirements</a:t>
            </a:r>
            <a:r>
              <a:rPr lang="da-DK" dirty="0" smtClean="0"/>
              <a:t> for non-</a:t>
            </a:r>
            <a:r>
              <a:rPr lang="da-DK" dirty="0" err="1" smtClean="0"/>
              <a:t>financial</a:t>
            </a:r>
            <a:r>
              <a:rPr lang="da-DK" dirty="0" smtClean="0"/>
              <a:t> </a:t>
            </a:r>
            <a:r>
              <a:rPr lang="da-DK" dirty="0" err="1" smtClean="0"/>
              <a:t>reporting</a:t>
            </a:r>
            <a:endParaRPr lang="da-DK" dirty="0"/>
          </a:p>
        </p:txBody>
      </p:sp>
      <p:sp>
        <p:nvSpPr>
          <p:cNvPr id="4" name="Slide Number Placeholder 3"/>
          <p:cNvSpPr>
            <a:spLocks noGrp="1"/>
          </p:cNvSpPr>
          <p:nvPr>
            <p:ph type="sldNum" sz="quarter" idx="11"/>
          </p:nvPr>
        </p:nvSpPr>
        <p:spPr/>
        <p:txBody>
          <a:bodyPr/>
          <a:lstStyle/>
          <a:p>
            <a:fld id="{103EA872-A674-449B-A120-B97244F8E91D}" type="slidenum">
              <a:rPr lang="en-GB" smtClean="0"/>
              <a:pPr/>
              <a:t>17</a:t>
            </a:fld>
            <a:endParaRPr lang="en-GB"/>
          </a:p>
        </p:txBody>
      </p:sp>
    </p:spTree>
    <p:extLst>
      <p:ext uri="{BB962C8B-B14F-4D97-AF65-F5344CB8AC3E}">
        <p14:creationId xmlns:p14="http://schemas.microsoft.com/office/powerpoint/2010/main" val="378623220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SDNEW" val="False"/>
  <p:tag name="SLIDO_APP_VERSION" val="1.5.2.3420"/>
  <p:tag name="SLIDO_PRESENTATION_ID" val="00000000-0000-0000-0000-000000000000"/>
  <p:tag name="SLIDO_EVENT_UUID" val="1a8c330f-cda3-4adc-a27b-2c64b0337710"/>
  <p:tag name="SLIDO_EVENT_SECTION_UUID" val="dade32cd-d366-467e-86d7-947bbfff8898"/>
</p:tagLst>
</file>

<file path=ppt/tags/tag2.xml><?xml version="1.0" encoding="utf-8"?>
<p:tagLst xmlns:a="http://schemas.openxmlformats.org/drawingml/2006/main" xmlns:r="http://schemas.openxmlformats.org/officeDocument/2006/relationships" xmlns:p="http://schemas.openxmlformats.org/presentationml/2006/main">
  <p:tag name="SHAPE_LOCKS" val="0"/>
</p:tagLst>
</file>

<file path=ppt/tags/tag3.xml><?xml version="1.0" encoding="utf-8"?>
<p:tagLst xmlns:a="http://schemas.openxmlformats.org/drawingml/2006/main" xmlns:r="http://schemas.openxmlformats.org/officeDocument/2006/relationships" xmlns:p="http://schemas.openxmlformats.org/presentationml/2006/main">
  <p:tag name="SHAPE_LOCKS" val="0"/>
</p:tagLst>
</file>

<file path=ppt/tags/tag4.xml><?xml version="1.0" encoding="utf-8"?>
<p:tagLst xmlns:a="http://schemas.openxmlformats.org/drawingml/2006/main" xmlns:r="http://schemas.openxmlformats.org/officeDocument/2006/relationships" xmlns:p="http://schemas.openxmlformats.org/presentationml/2006/main">
  <p:tag name="SHAPE_LOCKS" val="0"/>
</p:tagLst>
</file>

<file path=ppt/tags/tag5.xml><?xml version="1.0" encoding="utf-8"?>
<p:tagLst xmlns:a="http://schemas.openxmlformats.org/drawingml/2006/main" xmlns:r="http://schemas.openxmlformats.org/officeDocument/2006/relationships" xmlns:p="http://schemas.openxmlformats.org/presentationml/2006/main">
  <p:tag name="SHAPE_LOCKS" val="0"/>
</p:tagLst>
</file>

<file path=ppt/theme/theme1.xml><?xml version="1.0" encoding="utf-8"?>
<a:theme xmlns:a="http://schemas.openxmlformats.org/drawingml/2006/main" name="Blank">
  <a:themeElements>
    <a:clrScheme name="DTU">
      <a:dk1>
        <a:srgbClr val="000000"/>
      </a:dk1>
      <a:lt1>
        <a:srgbClr val="FFFFFF"/>
      </a:lt1>
      <a:dk2>
        <a:srgbClr val="990000"/>
      </a:dk2>
      <a:lt2>
        <a:srgbClr val="79238E"/>
      </a:lt2>
      <a:accent1>
        <a:srgbClr val="990000"/>
      </a:accent1>
      <a:accent2>
        <a:srgbClr val="2F3EEA"/>
      </a:accent2>
      <a:accent3>
        <a:srgbClr val="1FD082"/>
      </a:accent3>
      <a:accent4>
        <a:srgbClr val="171748"/>
      </a:accent4>
      <a:accent5>
        <a:srgbClr val="F6D04D"/>
      </a:accent5>
      <a:accent6>
        <a:srgbClr val="FC7634"/>
      </a:accent6>
      <a:hlink>
        <a:srgbClr val="2F3EEA"/>
      </a:hlink>
      <a:folHlink>
        <a:srgbClr val="990000"/>
      </a:folHlink>
    </a:clrScheme>
    <a:fontScheme name="DT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ts val="432"/>
          </a:spcBef>
          <a:spcAft>
            <a:spcPct val="0"/>
          </a:spcAft>
          <a:buClrTx/>
          <a:buSzTx/>
          <a:buFontTx/>
          <a:buNone/>
          <a:tabLst/>
          <a:defRPr kumimoji="0" sz="1600" b="0" i="0" u="none" strike="noStrike" cap="none" normalizeH="0" baseline="0" dirty="0" err="1" smtClean="0">
            <a:ln>
              <a:noFill/>
            </a:ln>
            <a:solidFill>
              <a:srgbClr val="FFFFFF"/>
            </a:solidFill>
            <a:effectLst/>
            <a:latin typeface="+mn-lt"/>
            <a:ea typeface="ＭＳ Ｐゴシック" pitchFamily="-80" charset="-128"/>
          </a:defRPr>
        </a:defPPr>
      </a:lstStyle>
    </a:spDef>
    <a:lnDef>
      <a:spPr bwMode="auto">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lIns="0" tIns="0" rIns="0" bIns="0" rtlCol="0">
        <a:spAutoFit/>
      </a:bodyPr>
      <a:lstStyle>
        <a:defPPr algn="l">
          <a:spcBef>
            <a:spcPts val="432"/>
          </a:spcBef>
          <a:defRPr dirty="0" err="1" smtClean="0">
            <a:latin typeface="+mn-lt"/>
          </a:defRPr>
        </a:defPPr>
      </a:lstStyle>
    </a:txDef>
  </a:objectDefaults>
  <a:extraClrSchemeLst/>
  <a:extLst>
    <a:ext uri="{05A4C25C-085E-4340-85A3-A5531E510DB2}">
      <thm15:themeFamily xmlns:thm15="http://schemas.microsoft.com/office/thememl/2012/main" name="Blank.potx" id="{3B38FA3B-2246-40E5-A61A-EA1559A3CD76}" vid="{D5F764FD-A73C-4B6C-BF48-3536DEB79AD2}"/>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TemplafyFormConfiguration><![CDATA[{"formFields":[{"required":false,"type":"datePicker","name":"Date","label":"Date","helpTexts":{"prefix":"","postfix":""},"spacing":{},"fullyQualifiedName":"Date"},{"required":false,"placeholder":"","lines":0,"type":"textBox","name":"PresentationTitle","label":"Presentation title","helpTexts":{"prefix":"","postfix":""},"spacing":{},"fullyQualifiedName":"PresentationTitle"}],"formDataEntries":[{"name":"Date","value":"4Xm7d242HGo446IH5nRjQA=="},{"name":"PresentationTitle","value":"ZR/I84ubq+6CkRKNk7nn9w=="}]}]]></TemplafyFormConfiguratio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TemplafyTemplateConfiguration><![CDATA[{"elementsMetadata":[{"type":"shape","id":"2fce62a0-f28a-44e1-a519-0cbe37b25f7a","elementConfiguration":{"binding":"UserProfile.Offices.Workarea_{{DocumentLanguage}}","disableUpdates":false,"type":"text"}},{"type":"shape","id":"58465eeb-cfe0-4970-97ec-88179dc0a9c2","elementConfiguration":{"binding":"Form.Date","format":"{{DateFormats.GeneralDate}}","disableUpdates":false,"type":"date"}},{"type":"shape","id":"5020bdfb-1912-4d6d-a5c3-71b7da283692","elementConfiguration":{"binding":"Form.PresentationTitle","disableUpdates":false,"type":"text"}},{"type":"shape","id":"8d5b95d1-8a23-4044-9620-bf5e7305a170","elementConfiguration":{"binding":"UserProfile.Offices.Workarea_{{DocumentLanguage}}","disableUpdates":false,"type":"text"}},{"type":"shape","id":"79fbb3c3-dd89-47ef-91e9-e0bd2bb0942f","elementConfiguration":{"binding":"Form.Date","format":"{{DateFormats.GeneralDate}}","disableUpdates":false,"type":"date"}},{"type":"shape","id":"5e9447ba-0dff-46ec-ac33-540c046ca40a","elementConfiguration":{"binding":"Form.PresentationTitle","disableUpdates":false,"type":"text"}}],"transformationConfigurations":[{"language":"{{DocumentLanguage}}","disableUpdates":false,"type":"proofingLanguage"}],"enableDocumentContentUpdater":true,"templateName":"DTU Template 16_9 - Corporate red","templateDescription":"","version":"1.2"}]]></TemplafyTemplateConfiguration>
</file>

<file path=customXml/item4.xml><?xml version="1.0" encoding="utf-8"?>
<ct:contentTypeSchema xmlns:ct="http://schemas.microsoft.com/office/2006/metadata/contentType" xmlns:ma="http://schemas.microsoft.com/office/2006/metadata/properties/metaAttributes" ct:_="" ma:_="" ma:contentTypeName="Dokument" ma:contentTypeID="0x01010029F5BE56DFFF394CA9C980655E1FB7FB" ma:contentTypeVersion="3" ma:contentTypeDescription="Opret et nyt dokument." ma:contentTypeScope="" ma:versionID="aff6ac53585c8f9e5b153e6a578c127a">
  <xsd:schema xmlns:xsd="http://www.w3.org/2001/XMLSchema" xmlns:xs="http://www.w3.org/2001/XMLSchema" xmlns:p="http://schemas.microsoft.com/office/2006/metadata/properties" xmlns:ns2="fef69d16-016a-451b-9ade-2df6d9a969f5" targetNamespace="http://schemas.microsoft.com/office/2006/metadata/properties" ma:root="true" ma:fieldsID="7451017771be5afa401c48d474c515bb" ns2:_="">
    <xsd:import namespace="fef69d16-016a-451b-9ade-2df6d9a969f5"/>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f69d16-016a-451b-9ade-2df6d9a969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C2B94-7C1B-4C14-83B0-9CD2A82C27E0}">
  <ds:schemaRefs/>
</ds:datastoreItem>
</file>

<file path=customXml/itemProps2.xml><?xml version="1.0" encoding="utf-8"?>
<ds:datastoreItem xmlns:ds="http://schemas.openxmlformats.org/officeDocument/2006/customXml" ds:itemID="{AD243601-9660-48B6-8818-0035485824DA}">
  <ds:schemaRefs>
    <ds:schemaRef ds:uri="http://schemas.microsoft.com/sharepoint/v3/contenttype/forms"/>
  </ds:schemaRefs>
</ds:datastoreItem>
</file>

<file path=customXml/itemProps3.xml><?xml version="1.0" encoding="utf-8"?>
<ds:datastoreItem xmlns:ds="http://schemas.openxmlformats.org/officeDocument/2006/customXml" ds:itemID="{1334258C-C3E7-4029-A615-C886A240FB15}">
  <ds:schemaRefs/>
</ds:datastoreItem>
</file>

<file path=customXml/itemProps4.xml><?xml version="1.0" encoding="utf-8"?>
<ds:datastoreItem xmlns:ds="http://schemas.openxmlformats.org/officeDocument/2006/customXml" ds:itemID="{5617C2BA-5A50-4778-83F0-49293B4A0945}">
  <ds:schemaRefs>
    <ds:schemaRef ds:uri="fef69d16-016a-451b-9ade-2df6d9a969f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blank</Template>
  <TotalTime>31</TotalTime>
  <Words>739</Words>
  <Application>Microsoft Office PowerPoint</Application>
  <PresentationFormat>Custom</PresentationFormat>
  <Paragraphs>111</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ＭＳ Ｐゴシック</vt:lpstr>
      <vt:lpstr>Arial</vt:lpstr>
      <vt:lpstr>Verdana</vt:lpstr>
      <vt:lpstr>Blank</vt:lpstr>
      <vt:lpstr>Quantitative Sustainability: Influence on companies</vt:lpstr>
      <vt:lpstr>PowerPoint Presentation</vt:lpstr>
      <vt:lpstr>How does this influence companies?</vt:lpstr>
      <vt:lpstr>PowerPoint Presentation</vt:lpstr>
      <vt:lpstr>PowerPoint Presentation</vt:lpstr>
      <vt:lpstr>Some academic studies</vt:lpstr>
      <vt:lpstr>Different initiatives to engage in </vt:lpstr>
      <vt:lpstr>PowerPoint Presentation</vt:lpstr>
      <vt:lpstr>PowerPoint Presentation</vt:lpstr>
      <vt:lpstr>PowerPoint Presentation</vt:lpstr>
      <vt:lpstr>Reporting</vt:lpstr>
      <vt:lpstr>PowerPoint Presentation</vt:lpstr>
      <vt:lpstr>Streamlining diverse approaches </vt:lpstr>
      <vt:lpstr>Non-financial reporting requirements </vt:lpstr>
      <vt:lpstr>European Taxonomy for sustainable investment</vt:lpstr>
      <vt:lpstr>Taxonomy Regulation</vt:lpstr>
      <vt:lpstr>Take home messages</vt:lpstr>
    </vt:vector>
  </TitlesOfParts>
  <Company>DTU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Lusseau</dc:creator>
  <cp:lastModifiedBy>Stig Irving Olsen</cp:lastModifiedBy>
  <cp:revision>12</cp:revision>
  <dcterms:created xsi:type="dcterms:W3CDTF">2023-08-24T06:21:28Z</dcterms:created>
  <dcterms:modified xsi:type="dcterms:W3CDTF">2024-02-01T10:40:40Z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dIsCodeFreeTemplate">
    <vt:lpwstr>True</vt:lpwstr>
  </property>
  <property fmtid="{D5CDD505-2E9C-101B-9397-08002B2CF9AE}" pid="3" name="TemplafyTenantId">
    <vt:lpwstr>dtu</vt:lpwstr>
  </property>
  <property fmtid="{D5CDD505-2E9C-101B-9397-08002B2CF9AE}" pid="4" name="TemplafyTemplateId">
    <vt:lpwstr>636784030496976655</vt:lpwstr>
  </property>
  <property fmtid="{D5CDD505-2E9C-101B-9397-08002B2CF9AE}" pid="5" name="TemplafyUserProfileId">
    <vt:lpwstr>636838302414865013</vt:lpwstr>
  </property>
  <property fmtid="{D5CDD505-2E9C-101B-9397-08002B2CF9AE}" pid="6" name="TemplafyLanguageCode">
    <vt:lpwstr>en-GB</vt:lpwstr>
  </property>
  <property fmtid="{D5CDD505-2E9C-101B-9397-08002B2CF9AE}" pid="7" name="SlidoAppVersion">
    <vt:lpwstr>1.5.2.3420</vt:lpwstr>
  </property>
</Properties>
</file>